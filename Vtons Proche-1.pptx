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6"/>
  </p:notesMasterIdLst>
  <p:sldIdLst>
    <p:sldId id="256" r:id="rId2"/>
    <p:sldId id="277" r:id="rId3"/>
    <p:sldId id="259" r:id="rId4"/>
    <p:sldId id="284" r:id="rId5"/>
  </p:sldIdLst>
  <p:sldSz cx="9144000" cy="5143500" type="screen16x9"/>
  <p:notesSz cx="6858000" cy="9144000"/>
  <p:embeddedFontLst>
    <p:embeddedFont>
      <p:font typeface="Fira Sans Extra Condensed Medium" panose="020B0604020202020204" charset="0"/>
      <p:regular r:id="rId7"/>
      <p:bold r:id="rId8"/>
      <p:italic r:id="rId9"/>
      <p:boldItalic r:id="rId10"/>
    </p:embeddedFont>
    <p:embeddedFont>
      <p:font typeface="Fira Sans Extra Condensed SemiBold" panose="020B0604020202020204" charset="0"/>
      <p:regular r:id="rId11"/>
      <p:bold r:id="rId12"/>
      <p:italic r:id="rId13"/>
      <p:boldItalic r:id="rId14"/>
    </p:embeddedFont>
    <p:embeddedFont>
      <p:font typeface="Poppins" panose="00000500000000000000" pitchFamily="2" charset="0"/>
      <p:regular r:id="rId15"/>
      <p:bold r:id="rId16"/>
      <p:italic r:id="rId17"/>
      <p:boldItalic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  <p:embeddedFont>
      <p:font typeface="Verdana" panose="020B0604030504040204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D749B"/>
    <a:srgbClr val="FF89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5A6668F-8F61-4DFD-AFC2-B1722C3E4EC9}">
  <a:tblStyle styleId="{A5A6668F-8F61-4DFD-AFC2-B1722C3E4EC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40" d="100"/>
          <a:sy n="140" d="100"/>
        </p:scale>
        <p:origin x="774" y="6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26" Type="http://schemas.openxmlformats.org/officeDocument/2006/relationships/font" Target="fonts/font20.fntdata"/><Relationship Id="rId3" Type="http://schemas.openxmlformats.org/officeDocument/2006/relationships/slide" Target="slides/slide2.xml"/><Relationship Id="rId21" Type="http://schemas.openxmlformats.org/officeDocument/2006/relationships/font" Target="fonts/font15.fntdata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5" Type="http://schemas.openxmlformats.org/officeDocument/2006/relationships/font" Target="fonts/font19.fntdata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font" Target="fonts/font1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24" Type="http://schemas.openxmlformats.org/officeDocument/2006/relationships/font" Target="fonts/font18.fntdata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23" Type="http://schemas.openxmlformats.org/officeDocument/2006/relationships/font" Target="fonts/font17.fntdata"/><Relationship Id="rId28" Type="http://schemas.openxmlformats.org/officeDocument/2006/relationships/viewProps" Target="viewProps.xml"/><Relationship Id="rId10" Type="http://schemas.openxmlformats.org/officeDocument/2006/relationships/font" Target="fonts/font4.fntdata"/><Relationship Id="rId19" Type="http://schemas.openxmlformats.org/officeDocument/2006/relationships/font" Target="fonts/font13.fntdata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font" Target="fonts/font1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rveille NOUPOUE" userId="437bcbfc7a3dba62" providerId="LiveId" clId="{1A7C4F04-EAE8-4062-9915-A0B8D274AC33}"/>
    <pc:docChg chg="modSld">
      <pc:chgData name="Merveille NOUPOUE" userId="437bcbfc7a3dba62" providerId="LiveId" clId="{1A7C4F04-EAE8-4062-9915-A0B8D274AC33}" dt="2026-04-18T15:50:28.844" v="0" actId="113"/>
      <pc:docMkLst>
        <pc:docMk/>
      </pc:docMkLst>
      <pc:sldChg chg="modSp mod">
        <pc:chgData name="Merveille NOUPOUE" userId="437bcbfc7a3dba62" providerId="LiveId" clId="{1A7C4F04-EAE8-4062-9915-A0B8D274AC33}" dt="2026-04-18T15:50:28.844" v="0" actId="113"/>
        <pc:sldMkLst>
          <pc:docMk/>
          <pc:sldMk cId="0" sldId="259"/>
        </pc:sldMkLst>
        <pc:spChg chg="mod">
          <ac:chgData name="Merveille NOUPOUE" userId="437bcbfc7a3dba62" providerId="LiveId" clId="{1A7C4F04-EAE8-4062-9915-A0B8D274AC33}" dt="2026-04-18T15:50:28.844" v="0" actId="113"/>
          <ac:spMkLst>
            <pc:docMk/>
            <pc:sldMk cId="0" sldId="259"/>
            <ac:spMk id="40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1098e4b7270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" name="Google Shape;50;g1098e4b7270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3" name="Google Shape;2313;g10a03f03ffb_0_16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4" name="Google Shape;2314;g10a03f03ffb_0_16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1098e4b727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1098e4b727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1" name="Google Shape;3011;g10a03f03ffb_0_16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2" name="Google Shape;3012;g10a03f03ffb_0_16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457200" y="1093881"/>
            <a:ext cx="3398700" cy="237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700"/>
              <a:buFont typeface="Fira Sans Extra Condensed SemiBold"/>
              <a:buNone/>
              <a:defRPr sz="52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700"/>
              <a:buFont typeface="Fira Sans Extra Condensed SemiBold"/>
              <a:buNone/>
              <a:defRPr sz="47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700"/>
              <a:buFont typeface="Fira Sans Extra Condensed SemiBold"/>
              <a:buNone/>
              <a:defRPr sz="47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700"/>
              <a:buFont typeface="Fira Sans Extra Condensed SemiBold"/>
              <a:buNone/>
              <a:defRPr sz="47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700"/>
              <a:buFont typeface="Fira Sans Extra Condensed SemiBold"/>
              <a:buNone/>
              <a:defRPr sz="47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700"/>
              <a:buFont typeface="Fira Sans Extra Condensed SemiBold"/>
              <a:buNone/>
              <a:defRPr sz="47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700"/>
              <a:buFont typeface="Fira Sans Extra Condensed SemiBold"/>
              <a:buNone/>
              <a:defRPr sz="47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700"/>
              <a:buFont typeface="Fira Sans Extra Condensed SemiBold"/>
              <a:buNone/>
              <a:defRPr sz="47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700"/>
              <a:buFont typeface="Fira Sans Extra Condensed SemiBold"/>
              <a:buNone/>
              <a:defRPr sz="47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457200" y="3490125"/>
            <a:ext cx="3753900" cy="3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8" name="Google Shape;38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Medium"/>
              <a:buNone/>
              <a:defRPr sz="28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0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Roboto"/>
              <a:buChar char="■"/>
              <a:def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457200" y="411475"/>
            <a:ext cx="82296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7"/>
          <p:cNvSpPr txBox="1">
            <a:spLocks noGrp="1"/>
          </p:cNvSpPr>
          <p:nvPr>
            <p:ph type="ctrTitle"/>
          </p:nvPr>
        </p:nvSpPr>
        <p:spPr>
          <a:xfrm>
            <a:off x="585027" y="2420341"/>
            <a:ext cx="4205947" cy="170707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Votons Proche</a:t>
            </a:r>
            <a:endParaRPr dirty="0"/>
          </a:p>
        </p:txBody>
      </p:sp>
      <p:grpSp>
        <p:nvGrpSpPr>
          <p:cNvPr id="54" name="Google Shape;54;p17"/>
          <p:cNvGrpSpPr/>
          <p:nvPr/>
        </p:nvGrpSpPr>
        <p:grpSpPr>
          <a:xfrm>
            <a:off x="5479572" y="1656195"/>
            <a:ext cx="3317487" cy="2586900"/>
            <a:chOff x="4502865" y="-1059562"/>
            <a:chExt cx="5124105" cy="5642820"/>
          </a:xfrm>
        </p:grpSpPr>
        <p:sp>
          <p:nvSpPr>
            <p:cNvPr id="55" name="Google Shape;55;p17"/>
            <p:cNvSpPr/>
            <p:nvPr/>
          </p:nvSpPr>
          <p:spPr>
            <a:xfrm>
              <a:off x="6964125" y="1827725"/>
              <a:ext cx="688300" cy="344525"/>
            </a:xfrm>
            <a:custGeom>
              <a:avLst/>
              <a:gdLst/>
              <a:ahLst/>
              <a:cxnLst/>
              <a:rect l="l" t="t" r="r" b="b"/>
              <a:pathLst>
                <a:path w="27532" h="13781" extrusionOk="0">
                  <a:moveTo>
                    <a:pt x="0" y="5855"/>
                  </a:moveTo>
                  <a:lnTo>
                    <a:pt x="360" y="3513"/>
                  </a:lnTo>
                  <a:lnTo>
                    <a:pt x="17054" y="3123"/>
                  </a:lnTo>
                  <a:lnTo>
                    <a:pt x="22518" y="0"/>
                  </a:lnTo>
                  <a:lnTo>
                    <a:pt x="27532" y="931"/>
                  </a:lnTo>
                  <a:lnTo>
                    <a:pt x="24380" y="5434"/>
                  </a:lnTo>
                  <a:lnTo>
                    <a:pt x="16784" y="10208"/>
                  </a:lnTo>
                  <a:lnTo>
                    <a:pt x="10449" y="13781"/>
                  </a:lnTo>
                  <a:lnTo>
                    <a:pt x="2312" y="10208"/>
                  </a:lnTo>
                  <a:close/>
                </a:path>
              </a:pathLst>
            </a:custGeom>
            <a:solidFill>
              <a:srgbClr val="954C36"/>
            </a:solidFill>
            <a:ln>
              <a:noFill/>
            </a:ln>
          </p:spPr>
        </p:sp>
        <p:sp>
          <p:nvSpPr>
            <p:cNvPr id="56" name="Google Shape;56;p17"/>
            <p:cNvSpPr/>
            <p:nvPr/>
          </p:nvSpPr>
          <p:spPr>
            <a:xfrm>
              <a:off x="7665100" y="3320726"/>
              <a:ext cx="13344" cy="8640"/>
            </a:xfrm>
            <a:custGeom>
              <a:avLst/>
              <a:gdLst/>
              <a:ahLst/>
              <a:cxnLst/>
              <a:rect l="l" t="t" r="r" b="b"/>
              <a:pathLst>
                <a:path w="261" h="169" extrusionOk="0">
                  <a:moveTo>
                    <a:pt x="192" y="0"/>
                  </a:moveTo>
                  <a:cubicBezTo>
                    <a:pt x="119" y="0"/>
                    <a:pt x="50" y="43"/>
                    <a:pt x="0" y="142"/>
                  </a:cubicBezTo>
                  <a:lnTo>
                    <a:pt x="33" y="142"/>
                  </a:lnTo>
                  <a:cubicBezTo>
                    <a:pt x="60" y="160"/>
                    <a:pt x="87" y="168"/>
                    <a:pt x="113" y="168"/>
                  </a:cubicBezTo>
                  <a:cubicBezTo>
                    <a:pt x="180" y="168"/>
                    <a:pt x="237" y="115"/>
                    <a:pt x="260" y="45"/>
                  </a:cubicBezTo>
                  <a:cubicBezTo>
                    <a:pt x="260" y="45"/>
                    <a:pt x="260" y="12"/>
                    <a:pt x="260" y="12"/>
                  </a:cubicBezTo>
                  <a:cubicBezTo>
                    <a:pt x="237" y="4"/>
                    <a:pt x="214" y="0"/>
                    <a:pt x="192" y="0"/>
                  </a:cubicBezTo>
                  <a:close/>
                </a:path>
              </a:pathLst>
            </a:custGeom>
            <a:solidFill>
              <a:srgbClr val="227D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7"/>
            <p:cNvSpPr/>
            <p:nvPr/>
          </p:nvSpPr>
          <p:spPr>
            <a:xfrm>
              <a:off x="4502865" y="2034472"/>
              <a:ext cx="2073272" cy="2545463"/>
            </a:xfrm>
            <a:custGeom>
              <a:avLst/>
              <a:gdLst/>
              <a:ahLst/>
              <a:cxnLst/>
              <a:rect l="l" t="t" r="r" b="b"/>
              <a:pathLst>
                <a:path w="40553" h="49789" extrusionOk="0">
                  <a:moveTo>
                    <a:pt x="1" y="1"/>
                  </a:moveTo>
                  <a:lnTo>
                    <a:pt x="1" y="49788"/>
                  </a:lnTo>
                  <a:lnTo>
                    <a:pt x="40553" y="49788"/>
                  </a:lnTo>
                  <a:lnTo>
                    <a:pt x="405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7"/>
            <p:cNvSpPr/>
            <p:nvPr/>
          </p:nvSpPr>
          <p:spPr>
            <a:xfrm>
              <a:off x="4750617" y="2272254"/>
              <a:ext cx="641772" cy="478837"/>
            </a:xfrm>
            <a:custGeom>
              <a:avLst/>
              <a:gdLst/>
              <a:ahLst/>
              <a:cxnLst/>
              <a:rect l="l" t="t" r="r" b="b"/>
              <a:pathLst>
                <a:path w="12553" h="9366" extrusionOk="0">
                  <a:moveTo>
                    <a:pt x="6277" y="0"/>
                  </a:moveTo>
                  <a:cubicBezTo>
                    <a:pt x="2797" y="0"/>
                    <a:pt x="0" y="2797"/>
                    <a:pt x="0" y="6276"/>
                  </a:cubicBezTo>
                  <a:cubicBezTo>
                    <a:pt x="0" y="7415"/>
                    <a:pt x="293" y="8455"/>
                    <a:pt x="813" y="9366"/>
                  </a:cubicBezTo>
                  <a:cubicBezTo>
                    <a:pt x="2114" y="8715"/>
                    <a:pt x="4228" y="8260"/>
                    <a:pt x="6602" y="8260"/>
                  </a:cubicBezTo>
                  <a:cubicBezTo>
                    <a:pt x="8683" y="8260"/>
                    <a:pt x="10569" y="8618"/>
                    <a:pt x="11870" y="9138"/>
                  </a:cubicBezTo>
                  <a:cubicBezTo>
                    <a:pt x="12325" y="8293"/>
                    <a:pt x="12553" y="7317"/>
                    <a:pt x="12553" y="6276"/>
                  </a:cubicBezTo>
                  <a:cubicBezTo>
                    <a:pt x="12553" y="2797"/>
                    <a:pt x="9756" y="0"/>
                    <a:pt x="62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7"/>
            <p:cNvSpPr/>
            <p:nvPr/>
          </p:nvSpPr>
          <p:spPr>
            <a:xfrm>
              <a:off x="4792182" y="2694547"/>
              <a:ext cx="565289" cy="219480"/>
            </a:xfrm>
            <a:custGeom>
              <a:avLst/>
              <a:gdLst/>
              <a:ahLst/>
              <a:cxnLst/>
              <a:rect l="l" t="t" r="r" b="b"/>
              <a:pathLst>
                <a:path w="11057" h="4293" extrusionOk="0">
                  <a:moveTo>
                    <a:pt x="5789" y="0"/>
                  </a:moveTo>
                  <a:cubicBezTo>
                    <a:pt x="3415" y="0"/>
                    <a:pt x="1301" y="455"/>
                    <a:pt x="0" y="1106"/>
                  </a:cubicBezTo>
                  <a:cubicBezTo>
                    <a:pt x="1073" y="3024"/>
                    <a:pt x="3122" y="4293"/>
                    <a:pt x="5464" y="4293"/>
                  </a:cubicBezTo>
                  <a:cubicBezTo>
                    <a:pt x="7903" y="4293"/>
                    <a:pt x="10016" y="2927"/>
                    <a:pt x="11057" y="878"/>
                  </a:cubicBezTo>
                  <a:cubicBezTo>
                    <a:pt x="9756" y="358"/>
                    <a:pt x="7870" y="33"/>
                    <a:pt x="57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7"/>
            <p:cNvSpPr/>
            <p:nvPr/>
          </p:nvSpPr>
          <p:spPr>
            <a:xfrm>
              <a:off x="4878634" y="2319494"/>
              <a:ext cx="347497" cy="287271"/>
            </a:xfrm>
            <a:custGeom>
              <a:avLst/>
              <a:gdLst/>
              <a:ahLst/>
              <a:cxnLst/>
              <a:rect l="l" t="t" r="r" b="b"/>
              <a:pathLst>
                <a:path w="6797" h="5619" extrusionOk="0">
                  <a:moveTo>
                    <a:pt x="4339" y="0"/>
                  </a:moveTo>
                  <a:cubicBezTo>
                    <a:pt x="4240" y="0"/>
                    <a:pt x="4138" y="7"/>
                    <a:pt x="4033" y="19"/>
                  </a:cubicBezTo>
                  <a:cubicBezTo>
                    <a:pt x="2927" y="149"/>
                    <a:pt x="2017" y="637"/>
                    <a:pt x="1659" y="1743"/>
                  </a:cubicBezTo>
                  <a:cubicBezTo>
                    <a:pt x="1496" y="2166"/>
                    <a:pt x="1431" y="2523"/>
                    <a:pt x="878" y="2653"/>
                  </a:cubicBezTo>
                  <a:cubicBezTo>
                    <a:pt x="163" y="2848"/>
                    <a:pt x="0" y="3726"/>
                    <a:pt x="325" y="4670"/>
                  </a:cubicBezTo>
                  <a:cubicBezTo>
                    <a:pt x="557" y="5286"/>
                    <a:pt x="1011" y="5619"/>
                    <a:pt x="1577" y="5619"/>
                  </a:cubicBezTo>
                  <a:cubicBezTo>
                    <a:pt x="1727" y="5619"/>
                    <a:pt x="1885" y="5595"/>
                    <a:pt x="2049" y="5548"/>
                  </a:cubicBezTo>
                  <a:cubicBezTo>
                    <a:pt x="2114" y="5515"/>
                    <a:pt x="2147" y="5483"/>
                    <a:pt x="2212" y="5450"/>
                  </a:cubicBezTo>
                  <a:cubicBezTo>
                    <a:pt x="2732" y="5157"/>
                    <a:pt x="2829" y="4897"/>
                    <a:pt x="2602" y="4344"/>
                  </a:cubicBezTo>
                  <a:cubicBezTo>
                    <a:pt x="2537" y="4214"/>
                    <a:pt x="2472" y="4084"/>
                    <a:pt x="2472" y="3954"/>
                  </a:cubicBezTo>
                  <a:cubicBezTo>
                    <a:pt x="2472" y="3792"/>
                    <a:pt x="2407" y="3531"/>
                    <a:pt x="2667" y="3499"/>
                  </a:cubicBezTo>
                  <a:cubicBezTo>
                    <a:pt x="2697" y="3490"/>
                    <a:pt x="2726" y="3486"/>
                    <a:pt x="2752" y="3486"/>
                  </a:cubicBezTo>
                  <a:cubicBezTo>
                    <a:pt x="2920" y="3486"/>
                    <a:pt x="2996" y="3655"/>
                    <a:pt x="3025" y="3824"/>
                  </a:cubicBezTo>
                  <a:cubicBezTo>
                    <a:pt x="3073" y="4137"/>
                    <a:pt x="3228" y="4254"/>
                    <a:pt x="3450" y="4254"/>
                  </a:cubicBezTo>
                  <a:cubicBezTo>
                    <a:pt x="3528" y="4254"/>
                    <a:pt x="3615" y="4240"/>
                    <a:pt x="3708" y="4214"/>
                  </a:cubicBezTo>
                  <a:cubicBezTo>
                    <a:pt x="4521" y="4019"/>
                    <a:pt x="5366" y="3792"/>
                    <a:pt x="6049" y="3271"/>
                  </a:cubicBezTo>
                  <a:cubicBezTo>
                    <a:pt x="6156" y="3179"/>
                    <a:pt x="6249" y="3116"/>
                    <a:pt x="6341" y="3116"/>
                  </a:cubicBezTo>
                  <a:cubicBezTo>
                    <a:pt x="6444" y="3116"/>
                    <a:pt x="6547" y="3195"/>
                    <a:pt x="6667" y="3401"/>
                  </a:cubicBezTo>
                  <a:cubicBezTo>
                    <a:pt x="6797" y="2816"/>
                    <a:pt x="6602" y="1515"/>
                    <a:pt x="6472" y="1320"/>
                  </a:cubicBezTo>
                  <a:cubicBezTo>
                    <a:pt x="5944" y="528"/>
                    <a:pt x="5257" y="0"/>
                    <a:pt x="433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17"/>
            <p:cNvSpPr/>
            <p:nvPr/>
          </p:nvSpPr>
          <p:spPr>
            <a:xfrm>
              <a:off x="4975056" y="2460088"/>
              <a:ext cx="237782" cy="369276"/>
            </a:xfrm>
            <a:custGeom>
              <a:avLst/>
              <a:gdLst/>
              <a:ahLst/>
              <a:cxnLst/>
              <a:rect l="l" t="t" r="r" b="b"/>
              <a:pathLst>
                <a:path w="4651" h="7223" extrusionOk="0">
                  <a:moveTo>
                    <a:pt x="4618" y="1"/>
                  </a:moveTo>
                  <a:cubicBezTo>
                    <a:pt x="3805" y="716"/>
                    <a:pt x="2895" y="1074"/>
                    <a:pt x="1919" y="1302"/>
                  </a:cubicBezTo>
                  <a:cubicBezTo>
                    <a:pt x="1887" y="1334"/>
                    <a:pt x="1854" y="1334"/>
                    <a:pt x="1822" y="1334"/>
                  </a:cubicBezTo>
                  <a:cubicBezTo>
                    <a:pt x="1822" y="846"/>
                    <a:pt x="1399" y="456"/>
                    <a:pt x="911" y="456"/>
                  </a:cubicBezTo>
                  <a:cubicBezTo>
                    <a:pt x="391" y="456"/>
                    <a:pt x="0" y="879"/>
                    <a:pt x="0" y="1399"/>
                  </a:cubicBezTo>
                  <a:cubicBezTo>
                    <a:pt x="0" y="1822"/>
                    <a:pt x="293" y="2180"/>
                    <a:pt x="683" y="2277"/>
                  </a:cubicBezTo>
                  <a:cubicBezTo>
                    <a:pt x="618" y="2375"/>
                    <a:pt x="521" y="2472"/>
                    <a:pt x="391" y="2570"/>
                  </a:cubicBezTo>
                  <a:cubicBezTo>
                    <a:pt x="326" y="2635"/>
                    <a:pt x="196" y="2667"/>
                    <a:pt x="163" y="2798"/>
                  </a:cubicBezTo>
                  <a:cubicBezTo>
                    <a:pt x="233" y="2777"/>
                    <a:pt x="294" y="2764"/>
                    <a:pt x="346" y="2764"/>
                  </a:cubicBezTo>
                  <a:cubicBezTo>
                    <a:pt x="462" y="2764"/>
                    <a:pt x="531" y="2833"/>
                    <a:pt x="553" y="3058"/>
                  </a:cubicBezTo>
                  <a:cubicBezTo>
                    <a:pt x="618" y="3741"/>
                    <a:pt x="651" y="4359"/>
                    <a:pt x="228" y="4944"/>
                  </a:cubicBezTo>
                  <a:cubicBezTo>
                    <a:pt x="618" y="5854"/>
                    <a:pt x="1301" y="6537"/>
                    <a:pt x="2114" y="7058"/>
                  </a:cubicBezTo>
                  <a:cubicBezTo>
                    <a:pt x="2301" y="7170"/>
                    <a:pt x="2475" y="7223"/>
                    <a:pt x="2628" y="7223"/>
                  </a:cubicBezTo>
                  <a:cubicBezTo>
                    <a:pt x="3008" y="7223"/>
                    <a:pt x="3262" y="6898"/>
                    <a:pt x="3285" y="6342"/>
                  </a:cubicBezTo>
                  <a:cubicBezTo>
                    <a:pt x="3285" y="6115"/>
                    <a:pt x="3090" y="5432"/>
                    <a:pt x="3025" y="4911"/>
                  </a:cubicBezTo>
                  <a:cubicBezTo>
                    <a:pt x="2960" y="4554"/>
                    <a:pt x="2927" y="4293"/>
                    <a:pt x="3057" y="4228"/>
                  </a:cubicBezTo>
                  <a:cubicBezTo>
                    <a:pt x="3057" y="4228"/>
                    <a:pt x="3090" y="4228"/>
                    <a:pt x="3090" y="4196"/>
                  </a:cubicBezTo>
                  <a:cubicBezTo>
                    <a:pt x="3480" y="4196"/>
                    <a:pt x="3708" y="3936"/>
                    <a:pt x="3870" y="3643"/>
                  </a:cubicBezTo>
                  <a:cubicBezTo>
                    <a:pt x="4391" y="2798"/>
                    <a:pt x="4553" y="781"/>
                    <a:pt x="4586" y="651"/>
                  </a:cubicBezTo>
                  <a:cubicBezTo>
                    <a:pt x="4618" y="489"/>
                    <a:pt x="4651" y="326"/>
                    <a:pt x="4651" y="163"/>
                  </a:cubicBezTo>
                  <a:cubicBezTo>
                    <a:pt x="4651" y="98"/>
                    <a:pt x="4618" y="66"/>
                    <a:pt x="4618" y="1"/>
                  </a:cubicBezTo>
                  <a:close/>
                </a:path>
              </a:pathLst>
            </a:custGeom>
            <a:solidFill>
              <a:srgbClr val="F8A5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7"/>
            <p:cNvSpPr/>
            <p:nvPr/>
          </p:nvSpPr>
          <p:spPr>
            <a:xfrm>
              <a:off x="5038246" y="2631356"/>
              <a:ext cx="93150" cy="81493"/>
            </a:xfrm>
            <a:custGeom>
              <a:avLst/>
              <a:gdLst/>
              <a:ahLst/>
              <a:cxnLst/>
              <a:rect l="l" t="t" r="r" b="b"/>
              <a:pathLst>
                <a:path w="1822" h="1594" extrusionOk="0">
                  <a:moveTo>
                    <a:pt x="0" y="0"/>
                  </a:moveTo>
                  <a:lnTo>
                    <a:pt x="0" y="0"/>
                  </a:lnTo>
                  <a:cubicBezTo>
                    <a:pt x="195" y="586"/>
                    <a:pt x="683" y="1074"/>
                    <a:pt x="1464" y="1431"/>
                  </a:cubicBezTo>
                  <a:cubicBezTo>
                    <a:pt x="1561" y="1464"/>
                    <a:pt x="1659" y="1529"/>
                    <a:pt x="1756" y="1594"/>
                  </a:cubicBezTo>
                  <a:cubicBezTo>
                    <a:pt x="1724" y="1236"/>
                    <a:pt x="1691" y="943"/>
                    <a:pt x="1821" y="878"/>
                  </a:cubicBezTo>
                  <a:cubicBezTo>
                    <a:pt x="1626" y="748"/>
                    <a:pt x="1366" y="748"/>
                    <a:pt x="1073" y="683"/>
                  </a:cubicBezTo>
                  <a:cubicBezTo>
                    <a:pt x="781" y="586"/>
                    <a:pt x="390" y="423"/>
                    <a:pt x="0" y="0"/>
                  </a:cubicBezTo>
                  <a:close/>
                </a:path>
              </a:pathLst>
            </a:custGeom>
            <a:solidFill>
              <a:srgbClr val="B67A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17"/>
            <p:cNvSpPr/>
            <p:nvPr/>
          </p:nvSpPr>
          <p:spPr>
            <a:xfrm>
              <a:off x="4750617" y="3667149"/>
              <a:ext cx="641772" cy="641772"/>
            </a:xfrm>
            <a:custGeom>
              <a:avLst/>
              <a:gdLst/>
              <a:ahLst/>
              <a:cxnLst/>
              <a:rect l="l" t="t" r="r" b="b"/>
              <a:pathLst>
                <a:path w="12553" h="12553" extrusionOk="0">
                  <a:moveTo>
                    <a:pt x="6277" y="0"/>
                  </a:moveTo>
                  <a:cubicBezTo>
                    <a:pt x="2797" y="0"/>
                    <a:pt x="0" y="2797"/>
                    <a:pt x="0" y="6276"/>
                  </a:cubicBezTo>
                  <a:cubicBezTo>
                    <a:pt x="0" y="7350"/>
                    <a:pt x="260" y="8358"/>
                    <a:pt x="716" y="9236"/>
                  </a:cubicBezTo>
                  <a:cubicBezTo>
                    <a:pt x="1171" y="10049"/>
                    <a:pt x="1756" y="10732"/>
                    <a:pt x="2472" y="11284"/>
                  </a:cubicBezTo>
                  <a:cubicBezTo>
                    <a:pt x="3122" y="11805"/>
                    <a:pt x="3870" y="12162"/>
                    <a:pt x="4716" y="12358"/>
                  </a:cubicBezTo>
                  <a:cubicBezTo>
                    <a:pt x="4976" y="12455"/>
                    <a:pt x="5236" y="12488"/>
                    <a:pt x="5529" y="12520"/>
                  </a:cubicBezTo>
                  <a:cubicBezTo>
                    <a:pt x="5626" y="12520"/>
                    <a:pt x="5756" y="12553"/>
                    <a:pt x="5854" y="12553"/>
                  </a:cubicBezTo>
                  <a:lnTo>
                    <a:pt x="6277" y="12553"/>
                  </a:lnTo>
                  <a:cubicBezTo>
                    <a:pt x="6764" y="12553"/>
                    <a:pt x="7252" y="12520"/>
                    <a:pt x="7675" y="12423"/>
                  </a:cubicBezTo>
                  <a:cubicBezTo>
                    <a:pt x="8716" y="12162"/>
                    <a:pt x="9659" y="11675"/>
                    <a:pt x="10439" y="10992"/>
                  </a:cubicBezTo>
                  <a:cubicBezTo>
                    <a:pt x="11057" y="10439"/>
                    <a:pt x="11577" y="9756"/>
                    <a:pt x="11968" y="8975"/>
                  </a:cubicBezTo>
                  <a:cubicBezTo>
                    <a:pt x="12358" y="8163"/>
                    <a:pt x="12553" y="7252"/>
                    <a:pt x="12553" y="6276"/>
                  </a:cubicBezTo>
                  <a:cubicBezTo>
                    <a:pt x="12553" y="2829"/>
                    <a:pt x="9756" y="0"/>
                    <a:pt x="62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17"/>
            <p:cNvSpPr/>
            <p:nvPr/>
          </p:nvSpPr>
          <p:spPr>
            <a:xfrm>
              <a:off x="4787171" y="4092765"/>
              <a:ext cx="575310" cy="216157"/>
            </a:xfrm>
            <a:custGeom>
              <a:avLst/>
              <a:gdLst/>
              <a:ahLst/>
              <a:cxnLst/>
              <a:rect l="l" t="t" r="r" b="b"/>
              <a:pathLst>
                <a:path w="11253" h="4228" extrusionOk="0">
                  <a:moveTo>
                    <a:pt x="6017" y="0"/>
                  </a:moveTo>
                  <a:cubicBezTo>
                    <a:pt x="5334" y="0"/>
                    <a:pt x="4684" y="0"/>
                    <a:pt x="4066" y="65"/>
                  </a:cubicBezTo>
                  <a:lnTo>
                    <a:pt x="4001" y="65"/>
                  </a:lnTo>
                  <a:cubicBezTo>
                    <a:pt x="3610" y="98"/>
                    <a:pt x="3220" y="163"/>
                    <a:pt x="2830" y="195"/>
                  </a:cubicBezTo>
                  <a:cubicBezTo>
                    <a:pt x="1757" y="358"/>
                    <a:pt x="781" y="618"/>
                    <a:pt x="1" y="911"/>
                  </a:cubicBezTo>
                  <a:cubicBezTo>
                    <a:pt x="456" y="1724"/>
                    <a:pt x="1041" y="2407"/>
                    <a:pt x="1757" y="2959"/>
                  </a:cubicBezTo>
                  <a:cubicBezTo>
                    <a:pt x="2407" y="3480"/>
                    <a:pt x="3155" y="3837"/>
                    <a:pt x="4001" y="4033"/>
                  </a:cubicBezTo>
                  <a:cubicBezTo>
                    <a:pt x="4261" y="4130"/>
                    <a:pt x="4521" y="4163"/>
                    <a:pt x="4814" y="4195"/>
                  </a:cubicBezTo>
                  <a:cubicBezTo>
                    <a:pt x="4911" y="4195"/>
                    <a:pt x="5041" y="4228"/>
                    <a:pt x="5139" y="4228"/>
                  </a:cubicBezTo>
                  <a:lnTo>
                    <a:pt x="5562" y="4228"/>
                  </a:lnTo>
                  <a:cubicBezTo>
                    <a:pt x="6049" y="4228"/>
                    <a:pt x="6537" y="4195"/>
                    <a:pt x="6992" y="4098"/>
                  </a:cubicBezTo>
                  <a:cubicBezTo>
                    <a:pt x="8001" y="3837"/>
                    <a:pt x="8944" y="3350"/>
                    <a:pt x="9724" y="2667"/>
                  </a:cubicBezTo>
                  <a:cubicBezTo>
                    <a:pt x="10342" y="2114"/>
                    <a:pt x="10895" y="1431"/>
                    <a:pt x="11253" y="650"/>
                  </a:cubicBezTo>
                  <a:cubicBezTo>
                    <a:pt x="10765" y="520"/>
                    <a:pt x="10277" y="390"/>
                    <a:pt x="9724" y="293"/>
                  </a:cubicBezTo>
                  <a:cubicBezTo>
                    <a:pt x="8651" y="98"/>
                    <a:pt x="7415" y="0"/>
                    <a:pt x="61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17"/>
            <p:cNvSpPr/>
            <p:nvPr/>
          </p:nvSpPr>
          <p:spPr>
            <a:xfrm>
              <a:off x="4938450" y="3815769"/>
              <a:ext cx="207874" cy="380472"/>
            </a:xfrm>
            <a:custGeom>
              <a:avLst/>
              <a:gdLst/>
              <a:ahLst/>
              <a:cxnLst/>
              <a:rect l="l" t="t" r="r" b="b"/>
              <a:pathLst>
                <a:path w="4066" h="7442" extrusionOk="0">
                  <a:moveTo>
                    <a:pt x="1955" y="0"/>
                  </a:moveTo>
                  <a:cubicBezTo>
                    <a:pt x="1913" y="0"/>
                    <a:pt x="1870" y="8"/>
                    <a:pt x="1822" y="20"/>
                  </a:cubicBezTo>
                  <a:cubicBezTo>
                    <a:pt x="1725" y="52"/>
                    <a:pt x="1627" y="117"/>
                    <a:pt x="1562" y="150"/>
                  </a:cubicBezTo>
                  <a:cubicBezTo>
                    <a:pt x="1139" y="443"/>
                    <a:pt x="814" y="865"/>
                    <a:pt x="554" y="1321"/>
                  </a:cubicBezTo>
                  <a:cubicBezTo>
                    <a:pt x="359" y="1678"/>
                    <a:pt x="196" y="2069"/>
                    <a:pt x="34" y="2459"/>
                  </a:cubicBezTo>
                  <a:cubicBezTo>
                    <a:pt x="1" y="2524"/>
                    <a:pt x="1" y="2556"/>
                    <a:pt x="34" y="2621"/>
                  </a:cubicBezTo>
                  <a:cubicBezTo>
                    <a:pt x="66" y="2914"/>
                    <a:pt x="164" y="3207"/>
                    <a:pt x="261" y="3467"/>
                  </a:cubicBezTo>
                  <a:cubicBezTo>
                    <a:pt x="391" y="3857"/>
                    <a:pt x="586" y="4215"/>
                    <a:pt x="912" y="4475"/>
                  </a:cubicBezTo>
                  <a:cubicBezTo>
                    <a:pt x="1107" y="4638"/>
                    <a:pt x="1107" y="4833"/>
                    <a:pt x="1107" y="5060"/>
                  </a:cubicBezTo>
                  <a:cubicBezTo>
                    <a:pt x="1074" y="5418"/>
                    <a:pt x="944" y="5808"/>
                    <a:pt x="1009" y="6166"/>
                  </a:cubicBezTo>
                  <a:cubicBezTo>
                    <a:pt x="1042" y="6621"/>
                    <a:pt x="944" y="6881"/>
                    <a:pt x="1074" y="7077"/>
                  </a:cubicBezTo>
                  <a:cubicBezTo>
                    <a:pt x="1255" y="7329"/>
                    <a:pt x="1625" y="7442"/>
                    <a:pt x="2031" y="7442"/>
                  </a:cubicBezTo>
                  <a:cubicBezTo>
                    <a:pt x="2356" y="7442"/>
                    <a:pt x="2703" y="7369"/>
                    <a:pt x="2993" y="7239"/>
                  </a:cubicBezTo>
                  <a:cubicBezTo>
                    <a:pt x="3676" y="6881"/>
                    <a:pt x="4001" y="6166"/>
                    <a:pt x="4001" y="6101"/>
                  </a:cubicBezTo>
                  <a:cubicBezTo>
                    <a:pt x="4001" y="6101"/>
                    <a:pt x="3968" y="6036"/>
                    <a:pt x="4001" y="6003"/>
                  </a:cubicBezTo>
                  <a:lnTo>
                    <a:pt x="4066" y="6003"/>
                  </a:lnTo>
                  <a:cubicBezTo>
                    <a:pt x="3871" y="5906"/>
                    <a:pt x="3708" y="5906"/>
                    <a:pt x="3513" y="5841"/>
                  </a:cubicBezTo>
                  <a:cubicBezTo>
                    <a:pt x="3155" y="5776"/>
                    <a:pt x="3123" y="5808"/>
                    <a:pt x="3123" y="5418"/>
                  </a:cubicBezTo>
                  <a:cubicBezTo>
                    <a:pt x="3123" y="5223"/>
                    <a:pt x="3155" y="4995"/>
                    <a:pt x="3123" y="4800"/>
                  </a:cubicBezTo>
                  <a:cubicBezTo>
                    <a:pt x="3123" y="4508"/>
                    <a:pt x="3155" y="4247"/>
                    <a:pt x="3383" y="4052"/>
                  </a:cubicBezTo>
                  <a:cubicBezTo>
                    <a:pt x="3416" y="4020"/>
                    <a:pt x="3416" y="3955"/>
                    <a:pt x="3448" y="3890"/>
                  </a:cubicBezTo>
                  <a:cubicBezTo>
                    <a:pt x="3708" y="3467"/>
                    <a:pt x="3903" y="3012"/>
                    <a:pt x="3838" y="2459"/>
                  </a:cubicBezTo>
                  <a:cubicBezTo>
                    <a:pt x="3773" y="2101"/>
                    <a:pt x="3643" y="1711"/>
                    <a:pt x="3383" y="1451"/>
                  </a:cubicBezTo>
                  <a:cubicBezTo>
                    <a:pt x="2993" y="963"/>
                    <a:pt x="2570" y="540"/>
                    <a:pt x="2180" y="85"/>
                  </a:cubicBezTo>
                  <a:cubicBezTo>
                    <a:pt x="2097" y="23"/>
                    <a:pt x="2028" y="0"/>
                    <a:pt x="1955" y="0"/>
                  </a:cubicBezTo>
                  <a:close/>
                </a:path>
              </a:pathLst>
            </a:custGeom>
            <a:solidFill>
              <a:srgbClr val="954C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17"/>
            <p:cNvSpPr/>
            <p:nvPr/>
          </p:nvSpPr>
          <p:spPr>
            <a:xfrm>
              <a:off x="5003328" y="4049513"/>
              <a:ext cx="79857" cy="25358"/>
            </a:xfrm>
            <a:custGeom>
              <a:avLst/>
              <a:gdLst/>
              <a:ahLst/>
              <a:cxnLst/>
              <a:rect l="l" t="t" r="r" b="b"/>
              <a:pathLst>
                <a:path w="1562" h="496" extrusionOk="0">
                  <a:moveTo>
                    <a:pt x="1561" y="1"/>
                  </a:moveTo>
                  <a:lnTo>
                    <a:pt x="1561" y="1"/>
                  </a:lnTo>
                  <a:cubicBezTo>
                    <a:pt x="1261" y="181"/>
                    <a:pt x="948" y="275"/>
                    <a:pt x="623" y="275"/>
                  </a:cubicBezTo>
                  <a:cubicBezTo>
                    <a:pt x="420" y="275"/>
                    <a:pt x="213" y="238"/>
                    <a:pt x="0" y="163"/>
                  </a:cubicBezTo>
                  <a:lnTo>
                    <a:pt x="0" y="163"/>
                  </a:lnTo>
                  <a:cubicBezTo>
                    <a:pt x="221" y="412"/>
                    <a:pt x="489" y="496"/>
                    <a:pt x="763" y="496"/>
                  </a:cubicBezTo>
                  <a:cubicBezTo>
                    <a:pt x="812" y="496"/>
                    <a:pt x="862" y="493"/>
                    <a:pt x="911" y="488"/>
                  </a:cubicBezTo>
                  <a:cubicBezTo>
                    <a:pt x="1203" y="456"/>
                    <a:pt x="1529" y="196"/>
                    <a:pt x="1561" y="1"/>
                  </a:cubicBezTo>
                  <a:close/>
                </a:path>
              </a:pathLst>
            </a:custGeom>
            <a:solidFill>
              <a:srgbClr val="6B2F2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17"/>
            <p:cNvSpPr/>
            <p:nvPr/>
          </p:nvSpPr>
          <p:spPr>
            <a:xfrm>
              <a:off x="4837069" y="3724613"/>
              <a:ext cx="463908" cy="577661"/>
            </a:xfrm>
            <a:custGeom>
              <a:avLst/>
              <a:gdLst/>
              <a:ahLst/>
              <a:cxnLst/>
              <a:rect l="l" t="t" r="r" b="b"/>
              <a:pathLst>
                <a:path w="9074" h="11299" extrusionOk="0">
                  <a:moveTo>
                    <a:pt x="3522" y="1"/>
                  </a:moveTo>
                  <a:cubicBezTo>
                    <a:pt x="2696" y="1"/>
                    <a:pt x="1947" y="256"/>
                    <a:pt x="1659" y="697"/>
                  </a:cubicBezTo>
                  <a:cubicBezTo>
                    <a:pt x="1301" y="1250"/>
                    <a:pt x="1724" y="2063"/>
                    <a:pt x="1073" y="2778"/>
                  </a:cubicBezTo>
                  <a:cubicBezTo>
                    <a:pt x="813" y="3071"/>
                    <a:pt x="683" y="3006"/>
                    <a:pt x="488" y="3266"/>
                  </a:cubicBezTo>
                  <a:cubicBezTo>
                    <a:pt x="0" y="3949"/>
                    <a:pt x="358" y="4957"/>
                    <a:pt x="553" y="5575"/>
                  </a:cubicBezTo>
                  <a:cubicBezTo>
                    <a:pt x="846" y="6518"/>
                    <a:pt x="1106" y="7851"/>
                    <a:pt x="943" y="9673"/>
                  </a:cubicBezTo>
                  <a:cubicBezTo>
                    <a:pt x="878" y="9835"/>
                    <a:pt x="846" y="9998"/>
                    <a:pt x="813" y="10160"/>
                  </a:cubicBezTo>
                  <a:cubicBezTo>
                    <a:pt x="1464" y="10648"/>
                    <a:pt x="2212" y="11038"/>
                    <a:pt x="3025" y="11234"/>
                  </a:cubicBezTo>
                  <a:cubicBezTo>
                    <a:pt x="3057" y="11201"/>
                    <a:pt x="3122" y="11136"/>
                    <a:pt x="3187" y="11071"/>
                  </a:cubicBezTo>
                  <a:cubicBezTo>
                    <a:pt x="3285" y="10908"/>
                    <a:pt x="3350" y="10778"/>
                    <a:pt x="3382" y="10648"/>
                  </a:cubicBezTo>
                  <a:cubicBezTo>
                    <a:pt x="3447" y="10551"/>
                    <a:pt x="3545" y="10388"/>
                    <a:pt x="3610" y="10193"/>
                  </a:cubicBezTo>
                  <a:cubicBezTo>
                    <a:pt x="3740" y="9543"/>
                    <a:pt x="3480" y="8990"/>
                    <a:pt x="3350" y="8664"/>
                  </a:cubicBezTo>
                  <a:cubicBezTo>
                    <a:pt x="3220" y="8339"/>
                    <a:pt x="3090" y="7884"/>
                    <a:pt x="3090" y="7266"/>
                  </a:cubicBezTo>
                  <a:cubicBezTo>
                    <a:pt x="3090" y="6973"/>
                    <a:pt x="3122" y="6681"/>
                    <a:pt x="3187" y="6323"/>
                  </a:cubicBezTo>
                  <a:cubicBezTo>
                    <a:pt x="2667" y="5965"/>
                    <a:pt x="2309" y="5478"/>
                    <a:pt x="2147" y="4990"/>
                  </a:cubicBezTo>
                  <a:cubicBezTo>
                    <a:pt x="2147" y="4957"/>
                    <a:pt x="2147" y="4957"/>
                    <a:pt x="2147" y="4925"/>
                  </a:cubicBezTo>
                  <a:cubicBezTo>
                    <a:pt x="2147" y="4892"/>
                    <a:pt x="2114" y="4860"/>
                    <a:pt x="2114" y="4827"/>
                  </a:cubicBezTo>
                  <a:cubicBezTo>
                    <a:pt x="2082" y="4632"/>
                    <a:pt x="2049" y="4404"/>
                    <a:pt x="2082" y="4209"/>
                  </a:cubicBezTo>
                  <a:cubicBezTo>
                    <a:pt x="2147" y="3884"/>
                    <a:pt x="2277" y="3624"/>
                    <a:pt x="2439" y="3429"/>
                  </a:cubicBezTo>
                  <a:cubicBezTo>
                    <a:pt x="2764" y="2811"/>
                    <a:pt x="3285" y="1835"/>
                    <a:pt x="4000" y="1835"/>
                  </a:cubicBezTo>
                  <a:cubicBezTo>
                    <a:pt x="4813" y="2681"/>
                    <a:pt x="5756" y="3364"/>
                    <a:pt x="5789" y="4502"/>
                  </a:cubicBezTo>
                  <a:cubicBezTo>
                    <a:pt x="5724" y="5120"/>
                    <a:pt x="5431" y="5510"/>
                    <a:pt x="5236" y="5965"/>
                  </a:cubicBezTo>
                  <a:cubicBezTo>
                    <a:pt x="5203" y="6063"/>
                    <a:pt x="5171" y="6128"/>
                    <a:pt x="5138" y="6226"/>
                  </a:cubicBezTo>
                  <a:cubicBezTo>
                    <a:pt x="5041" y="6518"/>
                    <a:pt x="4976" y="6811"/>
                    <a:pt x="5041" y="7201"/>
                  </a:cubicBezTo>
                  <a:cubicBezTo>
                    <a:pt x="5041" y="7234"/>
                    <a:pt x="5073" y="7299"/>
                    <a:pt x="5073" y="7364"/>
                  </a:cubicBezTo>
                  <a:cubicBezTo>
                    <a:pt x="5366" y="8372"/>
                    <a:pt x="5399" y="9445"/>
                    <a:pt x="5561" y="10225"/>
                  </a:cubicBezTo>
                  <a:cubicBezTo>
                    <a:pt x="5626" y="10551"/>
                    <a:pt x="5691" y="10843"/>
                    <a:pt x="5821" y="11038"/>
                  </a:cubicBezTo>
                  <a:cubicBezTo>
                    <a:pt x="5886" y="11136"/>
                    <a:pt x="5919" y="11234"/>
                    <a:pt x="6016" y="11299"/>
                  </a:cubicBezTo>
                  <a:cubicBezTo>
                    <a:pt x="7025" y="11038"/>
                    <a:pt x="7968" y="10551"/>
                    <a:pt x="8748" y="9868"/>
                  </a:cubicBezTo>
                  <a:cubicBezTo>
                    <a:pt x="9008" y="9217"/>
                    <a:pt x="9073" y="8404"/>
                    <a:pt x="8748" y="7494"/>
                  </a:cubicBezTo>
                  <a:cubicBezTo>
                    <a:pt x="8716" y="7429"/>
                    <a:pt x="8683" y="7331"/>
                    <a:pt x="8651" y="7266"/>
                  </a:cubicBezTo>
                  <a:cubicBezTo>
                    <a:pt x="8325" y="6778"/>
                    <a:pt x="7903" y="6063"/>
                    <a:pt x="7480" y="5152"/>
                  </a:cubicBezTo>
                  <a:cubicBezTo>
                    <a:pt x="6309" y="2648"/>
                    <a:pt x="6667" y="1510"/>
                    <a:pt x="5691" y="697"/>
                  </a:cubicBezTo>
                  <a:cubicBezTo>
                    <a:pt x="5100" y="215"/>
                    <a:pt x="4279" y="1"/>
                    <a:pt x="35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17"/>
            <p:cNvSpPr/>
            <p:nvPr/>
          </p:nvSpPr>
          <p:spPr>
            <a:xfrm>
              <a:off x="4750617" y="2972156"/>
              <a:ext cx="641772" cy="641823"/>
            </a:xfrm>
            <a:custGeom>
              <a:avLst/>
              <a:gdLst/>
              <a:ahLst/>
              <a:cxnLst/>
              <a:rect l="l" t="t" r="r" b="b"/>
              <a:pathLst>
                <a:path w="12553" h="12554" extrusionOk="0">
                  <a:moveTo>
                    <a:pt x="6277" y="1"/>
                  </a:moveTo>
                  <a:cubicBezTo>
                    <a:pt x="2829" y="1"/>
                    <a:pt x="0" y="2798"/>
                    <a:pt x="0" y="6277"/>
                  </a:cubicBezTo>
                  <a:cubicBezTo>
                    <a:pt x="0" y="7285"/>
                    <a:pt x="228" y="8228"/>
                    <a:pt x="651" y="9074"/>
                  </a:cubicBezTo>
                  <a:cubicBezTo>
                    <a:pt x="1691" y="11155"/>
                    <a:pt x="3805" y="12553"/>
                    <a:pt x="6277" y="12553"/>
                  </a:cubicBezTo>
                  <a:cubicBezTo>
                    <a:pt x="8748" y="12553"/>
                    <a:pt x="10894" y="11155"/>
                    <a:pt x="11902" y="9074"/>
                  </a:cubicBezTo>
                  <a:cubicBezTo>
                    <a:pt x="12325" y="8228"/>
                    <a:pt x="12553" y="7285"/>
                    <a:pt x="12553" y="6277"/>
                  </a:cubicBezTo>
                  <a:cubicBezTo>
                    <a:pt x="12553" y="2798"/>
                    <a:pt x="9756" y="1"/>
                    <a:pt x="62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17"/>
            <p:cNvSpPr/>
            <p:nvPr/>
          </p:nvSpPr>
          <p:spPr>
            <a:xfrm>
              <a:off x="4783848" y="3406105"/>
              <a:ext cx="575310" cy="207874"/>
            </a:xfrm>
            <a:custGeom>
              <a:avLst/>
              <a:gdLst/>
              <a:ahLst/>
              <a:cxnLst/>
              <a:rect l="l" t="t" r="r" b="b"/>
              <a:pathLst>
                <a:path w="11253" h="4066" extrusionOk="0">
                  <a:moveTo>
                    <a:pt x="5627" y="1"/>
                  </a:moveTo>
                  <a:cubicBezTo>
                    <a:pt x="3480" y="1"/>
                    <a:pt x="1497" y="228"/>
                    <a:pt x="1" y="586"/>
                  </a:cubicBezTo>
                  <a:cubicBezTo>
                    <a:pt x="1041" y="2667"/>
                    <a:pt x="3155" y="4065"/>
                    <a:pt x="5627" y="4065"/>
                  </a:cubicBezTo>
                  <a:cubicBezTo>
                    <a:pt x="8098" y="4065"/>
                    <a:pt x="10244" y="2667"/>
                    <a:pt x="11252" y="586"/>
                  </a:cubicBezTo>
                  <a:cubicBezTo>
                    <a:pt x="9757" y="228"/>
                    <a:pt x="7805" y="1"/>
                    <a:pt x="562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17"/>
            <p:cNvSpPr/>
            <p:nvPr/>
          </p:nvSpPr>
          <p:spPr>
            <a:xfrm>
              <a:off x="4986712" y="3159631"/>
              <a:ext cx="196218" cy="314930"/>
            </a:xfrm>
            <a:custGeom>
              <a:avLst/>
              <a:gdLst/>
              <a:ahLst/>
              <a:cxnLst/>
              <a:rect l="l" t="t" r="r" b="b"/>
              <a:pathLst>
                <a:path w="3838" h="6160" extrusionOk="0">
                  <a:moveTo>
                    <a:pt x="2907" y="0"/>
                  </a:moveTo>
                  <a:cubicBezTo>
                    <a:pt x="2699" y="0"/>
                    <a:pt x="2488" y="41"/>
                    <a:pt x="2276" y="41"/>
                  </a:cubicBezTo>
                  <a:cubicBezTo>
                    <a:pt x="1724" y="74"/>
                    <a:pt x="1236" y="236"/>
                    <a:pt x="1138" y="887"/>
                  </a:cubicBezTo>
                  <a:cubicBezTo>
                    <a:pt x="1138" y="984"/>
                    <a:pt x="1106" y="1082"/>
                    <a:pt x="1041" y="1147"/>
                  </a:cubicBezTo>
                  <a:cubicBezTo>
                    <a:pt x="961" y="1305"/>
                    <a:pt x="904" y="1507"/>
                    <a:pt x="710" y="1507"/>
                  </a:cubicBezTo>
                  <a:cubicBezTo>
                    <a:pt x="665" y="1507"/>
                    <a:pt x="614" y="1496"/>
                    <a:pt x="553" y="1472"/>
                  </a:cubicBezTo>
                  <a:cubicBezTo>
                    <a:pt x="529" y="1460"/>
                    <a:pt x="504" y="1455"/>
                    <a:pt x="478" y="1455"/>
                  </a:cubicBezTo>
                  <a:cubicBezTo>
                    <a:pt x="360" y="1455"/>
                    <a:pt x="234" y="1566"/>
                    <a:pt x="260" y="1700"/>
                  </a:cubicBezTo>
                  <a:cubicBezTo>
                    <a:pt x="390" y="2187"/>
                    <a:pt x="130" y="2708"/>
                    <a:pt x="423" y="3163"/>
                  </a:cubicBezTo>
                  <a:cubicBezTo>
                    <a:pt x="423" y="3358"/>
                    <a:pt x="390" y="3553"/>
                    <a:pt x="423" y="3748"/>
                  </a:cubicBezTo>
                  <a:cubicBezTo>
                    <a:pt x="520" y="4171"/>
                    <a:pt x="520" y="4561"/>
                    <a:pt x="130" y="4822"/>
                  </a:cubicBezTo>
                  <a:cubicBezTo>
                    <a:pt x="33" y="4887"/>
                    <a:pt x="0" y="5017"/>
                    <a:pt x="98" y="5114"/>
                  </a:cubicBezTo>
                  <a:cubicBezTo>
                    <a:pt x="228" y="5244"/>
                    <a:pt x="1366" y="6090"/>
                    <a:pt x="2049" y="6155"/>
                  </a:cubicBezTo>
                  <a:cubicBezTo>
                    <a:pt x="2092" y="6158"/>
                    <a:pt x="2134" y="6160"/>
                    <a:pt x="2176" y="6160"/>
                  </a:cubicBezTo>
                  <a:cubicBezTo>
                    <a:pt x="2955" y="6160"/>
                    <a:pt x="3502" y="5596"/>
                    <a:pt x="3317" y="4887"/>
                  </a:cubicBezTo>
                  <a:cubicBezTo>
                    <a:pt x="2732" y="4561"/>
                    <a:pt x="2667" y="4106"/>
                    <a:pt x="3187" y="3748"/>
                  </a:cubicBezTo>
                  <a:cubicBezTo>
                    <a:pt x="3285" y="3683"/>
                    <a:pt x="3382" y="3553"/>
                    <a:pt x="3415" y="3423"/>
                  </a:cubicBezTo>
                  <a:cubicBezTo>
                    <a:pt x="3675" y="2350"/>
                    <a:pt x="3837" y="1277"/>
                    <a:pt x="3512" y="204"/>
                  </a:cubicBezTo>
                  <a:cubicBezTo>
                    <a:pt x="3317" y="41"/>
                    <a:pt x="3114" y="0"/>
                    <a:pt x="2907" y="0"/>
                  </a:cubicBezTo>
                  <a:close/>
                </a:path>
              </a:pathLst>
            </a:custGeom>
            <a:solidFill>
              <a:srgbClr val="B471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17"/>
            <p:cNvSpPr/>
            <p:nvPr/>
          </p:nvSpPr>
          <p:spPr>
            <a:xfrm>
              <a:off x="4928481" y="3075224"/>
              <a:ext cx="272752" cy="246167"/>
            </a:xfrm>
            <a:custGeom>
              <a:avLst/>
              <a:gdLst/>
              <a:ahLst/>
              <a:cxnLst/>
              <a:rect l="l" t="t" r="r" b="b"/>
              <a:pathLst>
                <a:path w="5335" h="4815" extrusionOk="0">
                  <a:moveTo>
                    <a:pt x="2781" y="1"/>
                  </a:moveTo>
                  <a:cubicBezTo>
                    <a:pt x="2627" y="1"/>
                    <a:pt x="2470" y="11"/>
                    <a:pt x="2310" y="34"/>
                  </a:cubicBezTo>
                  <a:cubicBezTo>
                    <a:pt x="814" y="229"/>
                    <a:pt x="1" y="1530"/>
                    <a:pt x="521" y="2928"/>
                  </a:cubicBezTo>
                  <a:cubicBezTo>
                    <a:pt x="554" y="3025"/>
                    <a:pt x="586" y="3156"/>
                    <a:pt x="619" y="3286"/>
                  </a:cubicBezTo>
                  <a:cubicBezTo>
                    <a:pt x="846" y="3838"/>
                    <a:pt x="911" y="4489"/>
                    <a:pt x="1562" y="4814"/>
                  </a:cubicBezTo>
                  <a:cubicBezTo>
                    <a:pt x="1464" y="4359"/>
                    <a:pt x="1724" y="3903"/>
                    <a:pt x="1497" y="3416"/>
                  </a:cubicBezTo>
                  <a:cubicBezTo>
                    <a:pt x="1451" y="3301"/>
                    <a:pt x="1519" y="3186"/>
                    <a:pt x="1620" y="3186"/>
                  </a:cubicBezTo>
                  <a:cubicBezTo>
                    <a:pt x="1662" y="3186"/>
                    <a:pt x="1709" y="3205"/>
                    <a:pt x="1757" y="3253"/>
                  </a:cubicBezTo>
                  <a:cubicBezTo>
                    <a:pt x="1847" y="3323"/>
                    <a:pt x="1915" y="3350"/>
                    <a:pt x="1969" y="3350"/>
                  </a:cubicBezTo>
                  <a:cubicBezTo>
                    <a:pt x="2090" y="3350"/>
                    <a:pt x="2135" y="3213"/>
                    <a:pt x="2180" y="3123"/>
                  </a:cubicBezTo>
                  <a:cubicBezTo>
                    <a:pt x="2310" y="2895"/>
                    <a:pt x="2407" y="2668"/>
                    <a:pt x="2440" y="2408"/>
                  </a:cubicBezTo>
                  <a:cubicBezTo>
                    <a:pt x="2505" y="2180"/>
                    <a:pt x="2635" y="2050"/>
                    <a:pt x="2863" y="1985"/>
                  </a:cubicBezTo>
                  <a:cubicBezTo>
                    <a:pt x="3155" y="1855"/>
                    <a:pt x="3456" y="1822"/>
                    <a:pt x="3757" y="1822"/>
                  </a:cubicBezTo>
                  <a:cubicBezTo>
                    <a:pt x="4058" y="1822"/>
                    <a:pt x="4359" y="1855"/>
                    <a:pt x="4651" y="1855"/>
                  </a:cubicBezTo>
                  <a:cubicBezTo>
                    <a:pt x="5237" y="1595"/>
                    <a:pt x="5334" y="1074"/>
                    <a:pt x="4814" y="717"/>
                  </a:cubicBezTo>
                  <a:cubicBezTo>
                    <a:pt x="4193" y="258"/>
                    <a:pt x="3528" y="1"/>
                    <a:pt x="27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7"/>
            <p:cNvSpPr/>
            <p:nvPr/>
          </p:nvSpPr>
          <p:spPr>
            <a:xfrm>
              <a:off x="5048216" y="3316329"/>
              <a:ext cx="93150" cy="79857"/>
            </a:xfrm>
            <a:custGeom>
              <a:avLst/>
              <a:gdLst/>
              <a:ahLst/>
              <a:cxnLst/>
              <a:rect l="l" t="t" r="r" b="b"/>
              <a:pathLst>
                <a:path w="1822" h="1562" extrusionOk="0">
                  <a:moveTo>
                    <a:pt x="0" y="0"/>
                  </a:moveTo>
                  <a:lnTo>
                    <a:pt x="0" y="0"/>
                  </a:lnTo>
                  <a:cubicBezTo>
                    <a:pt x="195" y="586"/>
                    <a:pt x="683" y="1074"/>
                    <a:pt x="1464" y="1431"/>
                  </a:cubicBezTo>
                  <a:cubicBezTo>
                    <a:pt x="1561" y="1464"/>
                    <a:pt x="1659" y="1529"/>
                    <a:pt x="1756" y="1561"/>
                  </a:cubicBezTo>
                  <a:cubicBezTo>
                    <a:pt x="1724" y="1236"/>
                    <a:pt x="1691" y="911"/>
                    <a:pt x="1821" y="878"/>
                  </a:cubicBezTo>
                  <a:cubicBezTo>
                    <a:pt x="1626" y="748"/>
                    <a:pt x="1366" y="748"/>
                    <a:pt x="1073" y="683"/>
                  </a:cubicBezTo>
                  <a:cubicBezTo>
                    <a:pt x="781" y="586"/>
                    <a:pt x="391" y="423"/>
                    <a:pt x="0" y="0"/>
                  </a:cubicBezTo>
                  <a:close/>
                </a:path>
              </a:pathLst>
            </a:custGeom>
            <a:solidFill>
              <a:srgbClr val="8155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7"/>
            <p:cNvSpPr/>
            <p:nvPr/>
          </p:nvSpPr>
          <p:spPr>
            <a:xfrm>
              <a:off x="4983389" y="3216584"/>
              <a:ext cx="63190" cy="63242"/>
            </a:xfrm>
            <a:custGeom>
              <a:avLst/>
              <a:gdLst/>
              <a:ahLst/>
              <a:cxnLst/>
              <a:rect l="l" t="t" r="r" b="b"/>
              <a:pathLst>
                <a:path w="1236" h="1237" extrusionOk="0">
                  <a:moveTo>
                    <a:pt x="618" y="0"/>
                  </a:moveTo>
                  <a:cubicBezTo>
                    <a:pt x="260" y="0"/>
                    <a:pt x="0" y="260"/>
                    <a:pt x="0" y="618"/>
                  </a:cubicBezTo>
                  <a:cubicBezTo>
                    <a:pt x="0" y="943"/>
                    <a:pt x="260" y="1236"/>
                    <a:pt x="618" y="1236"/>
                  </a:cubicBezTo>
                  <a:cubicBezTo>
                    <a:pt x="943" y="1236"/>
                    <a:pt x="1236" y="943"/>
                    <a:pt x="1236" y="618"/>
                  </a:cubicBezTo>
                  <a:cubicBezTo>
                    <a:pt x="1236" y="260"/>
                    <a:pt x="943" y="0"/>
                    <a:pt x="618" y="0"/>
                  </a:cubicBezTo>
                  <a:close/>
                </a:path>
              </a:pathLst>
            </a:custGeom>
            <a:solidFill>
              <a:srgbClr val="B471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7"/>
            <p:cNvSpPr/>
            <p:nvPr/>
          </p:nvSpPr>
          <p:spPr>
            <a:xfrm>
              <a:off x="5556961" y="4145014"/>
              <a:ext cx="217844" cy="186555"/>
            </a:xfrm>
            <a:custGeom>
              <a:avLst/>
              <a:gdLst/>
              <a:ahLst/>
              <a:cxnLst/>
              <a:rect l="l" t="t" r="r" b="b"/>
              <a:pathLst>
                <a:path w="4261" h="3649" extrusionOk="0">
                  <a:moveTo>
                    <a:pt x="3922" y="0"/>
                  </a:moveTo>
                  <a:cubicBezTo>
                    <a:pt x="3822" y="0"/>
                    <a:pt x="3732" y="114"/>
                    <a:pt x="3643" y="181"/>
                  </a:cubicBezTo>
                  <a:cubicBezTo>
                    <a:pt x="3447" y="344"/>
                    <a:pt x="3252" y="507"/>
                    <a:pt x="3057" y="669"/>
                  </a:cubicBezTo>
                  <a:cubicBezTo>
                    <a:pt x="2374" y="1287"/>
                    <a:pt x="1886" y="2067"/>
                    <a:pt x="1301" y="2815"/>
                  </a:cubicBezTo>
                  <a:cubicBezTo>
                    <a:pt x="943" y="2490"/>
                    <a:pt x="878" y="2002"/>
                    <a:pt x="553" y="1742"/>
                  </a:cubicBezTo>
                  <a:cubicBezTo>
                    <a:pt x="461" y="1650"/>
                    <a:pt x="369" y="1558"/>
                    <a:pt x="266" y="1558"/>
                  </a:cubicBezTo>
                  <a:cubicBezTo>
                    <a:pt x="223" y="1558"/>
                    <a:pt x="178" y="1574"/>
                    <a:pt x="130" y="1612"/>
                  </a:cubicBezTo>
                  <a:cubicBezTo>
                    <a:pt x="0" y="1710"/>
                    <a:pt x="98" y="1872"/>
                    <a:pt x="195" y="1970"/>
                  </a:cubicBezTo>
                  <a:cubicBezTo>
                    <a:pt x="521" y="2425"/>
                    <a:pt x="781" y="2848"/>
                    <a:pt x="943" y="3401"/>
                  </a:cubicBezTo>
                  <a:cubicBezTo>
                    <a:pt x="1007" y="3575"/>
                    <a:pt x="1093" y="3649"/>
                    <a:pt x="1188" y="3649"/>
                  </a:cubicBezTo>
                  <a:cubicBezTo>
                    <a:pt x="1287" y="3649"/>
                    <a:pt x="1396" y="3567"/>
                    <a:pt x="1496" y="3433"/>
                  </a:cubicBezTo>
                  <a:cubicBezTo>
                    <a:pt x="1789" y="3011"/>
                    <a:pt x="2017" y="2588"/>
                    <a:pt x="2309" y="2198"/>
                  </a:cubicBezTo>
                  <a:cubicBezTo>
                    <a:pt x="2764" y="1580"/>
                    <a:pt x="3252" y="994"/>
                    <a:pt x="3870" y="507"/>
                  </a:cubicBezTo>
                  <a:cubicBezTo>
                    <a:pt x="3968" y="441"/>
                    <a:pt x="4260" y="311"/>
                    <a:pt x="4065" y="84"/>
                  </a:cubicBezTo>
                  <a:cubicBezTo>
                    <a:pt x="4015" y="23"/>
                    <a:pt x="3968" y="0"/>
                    <a:pt x="392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7"/>
            <p:cNvSpPr/>
            <p:nvPr/>
          </p:nvSpPr>
          <p:spPr>
            <a:xfrm>
              <a:off x="5508750" y="2549659"/>
              <a:ext cx="312578" cy="316157"/>
            </a:xfrm>
            <a:custGeom>
              <a:avLst/>
              <a:gdLst/>
              <a:ahLst/>
              <a:cxnLst/>
              <a:rect l="l" t="t" r="r" b="b"/>
              <a:pathLst>
                <a:path w="6114" h="6184" extrusionOk="0">
                  <a:moveTo>
                    <a:pt x="1073" y="623"/>
                  </a:moveTo>
                  <a:cubicBezTo>
                    <a:pt x="1724" y="655"/>
                    <a:pt x="2374" y="655"/>
                    <a:pt x="3025" y="655"/>
                  </a:cubicBezTo>
                  <a:lnTo>
                    <a:pt x="5073" y="655"/>
                  </a:lnTo>
                  <a:cubicBezTo>
                    <a:pt x="5431" y="655"/>
                    <a:pt x="5594" y="785"/>
                    <a:pt x="5594" y="1143"/>
                  </a:cubicBezTo>
                  <a:cubicBezTo>
                    <a:pt x="5561" y="2476"/>
                    <a:pt x="5561" y="3777"/>
                    <a:pt x="5561" y="5111"/>
                  </a:cubicBezTo>
                  <a:cubicBezTo>
                    <a:pt x="5594" y="5468"/>
                    <a:pt x="5398" y="5631"/>
                    <a:pt x="5073" y="5631"/>
                  </a:cubicBezTo>
                  <a:cubicBezTo>
                    <a:pt x="4854" y="5626"/>
                    <a:pt x="4635" y="5624"/>
                    <a:pt x="4416" y="5624"/>
                  </a:cubicBezTo>
                  <a:cubicBezTo>
                    <a:pt x="3861" y="5624"/>
                    <a:pt x="3306" y="5636"/>
                    <a:pt x="2750" y="5636"/>
                  </a:cubicBezTo>
                  <a:cubicBezTo>
                    <a:pt x="2159" y="5636"/>
                    <a:pt x="1567" y="5622"/>
                    <a:pt x="976" y="5566"/>
                  </a:cubicBezTo>
                  <a:cubicBezTo>
                    <a:pt x="618" y="5533"/>
                    <a:pt x="521" y="5403"/>
                    <a:pt x="521" y="5045"/>
                  </a:cubicBezTo>
                  <a:cubicBezTo>
                    <a:pt x="521" y="3745"/>
                    <a:pt x="553" y="2444"/>
                    <a:pt x="521" y="1143"/>
                  </a:cubicBezTo>
                  <a:cubicBezTo>
                    <a:pt x="521" y="753"/>
                    <a:pt x="683" y="623"/>
                    <a:pt x="1073" y="623"/>
                  </a:cubicBezTo>
                  <a:close/>
                  <a:moveTo>
                    <a:pt x="487" y="1"/>
                  </a:moveTo>
                  <a:cubicBezTo>
                    <a:pt x="137" y="1"/>
                    <a:pt x="0" y="170"/>
                    <a:pt x="0" y="558"/>
                  </a:cubicBezTo>
                  <a:cubicBezTo>
                    <a:pt x="0" y="2249"/>
                    <a:pt x="0" y="3940"/>
                    <a:pt x="0" y="5631"/>
                  </a:cubicBezTo>
                  <a:cubicBezTo>
                    <a:pt x="0" y="5956"/>
                    <a:pt x="65" y="6151"/>
                    <a:pt x="456" y="6151"/>
                  </a:cubicBezTo>
                  <a:cubicBezTo>
                    <a:pt x="2179" y="6151"/>
                    <a:pt x="3903" y="6151"/>
                    <a:pt x="5594" y="6184"/>
                  </a:cubicBezTo>
                  <a:cubicBezTo>
                    <a:pt x="5951" y="6184"/>
                    <a:pt x="6049" y="6054"/>
                    <a:pt x="6049" y="5728"/>
                  </a:cubicBezTo>
                  <a:cubicBezTo>
                    <a:pt x="6049" y="4005"/>
                    <a:pt x="6081" y="2281"/>
                    <a:pt x="6114" y="590"/>
                  </a:cubicBezTo>
                  <a:cubicBezTo>
                    <a:pt x="6114" y="178"/>
                    <a:pt x="5981" y="33"/>
                    <a:pt x="5643" y="33"/>
                  </a:cubicBezTo>
                  <a:cubicBezTo>
                    <a:pt x="5607" y="33"/>
                    <a:pt x="5569" y="34"/>
                    <a:pt x="5529" y="37"/>
                  </a:cubicBezTo>
                  <a:lnTo>
                    <a:pt x="3057" y="37"/>
                  </a:lnTo>
                  <a:cubicBezTo>
                    <a:pt x="3057" y="37"/>
                    <a:pt x="3057" y="5"/>
                    <a:pt x="3057" y="5"/>
                  </a:cubicBezTo>
                  <a:cubicBezTo>
                    <a:pt x="2515" y="5"/>
                    <a:pt x="1973" y="19"/>
                    <a:pt x="1421" y="19"/>
                  </a:cubicBezTo>
                  <a:cubicBezTo>
                    <a:pt x="1146" y="19"/>
                    <a:pt x="867" y="16"/>
                    <a:pt x="586" y="5"/>
                  </a:cubicBezTo>
                  <a:cubicBezTo>
                    <a:pt x="551" y="2"/>
                    <a:pt x="518" y="1"/>
                    <a:pt x="48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7"/>
            <p:cNvSpPr/>
            <p:nvPr/>
          </p:nvSpPr>
          <p:spPr>
            <a:xfrm>
              <a:off x="5498780" y="2229003"/>
              <a:ext cx="831292" cy="63242"/>
            </a:xfrm>
            <a:custGeom>
              <a:avLst/>
              <a:gdLst/>
              <a:ahLst/>
              <a:cxnLst/>
              <a:rect l="l" t="t" r="r" b="b"/>
              <a:pathLst>
                <a:path w="16260" h="1237" extrusionOk="0">
                  <a:moveTo>
                    <a:pt x="585" y="1"/>
                  </a:moveTo>
                  <a:cubicBezTo>
                    <a:pt x="260" y="1"/>
                    <a:pt x="0" y="293"/>
                    <a:pt x="0" y="619"/>
                  </a:cubicBezTo>
                  <a:cubicBezTo>
                    <a:pt x="0" y="944"/>
                    <a:pt x="260" y="1236"/>
                    <a:pt x="585" y="1236"/>
                  </a:cubicBezTo>
                  <a:lnTo>
                    <a:pt x="15642" y="1236"/>
                  </a:lnTo>
                  <a:cubicBezTo>
                    <a:pt x="15967" y="1236"/>
                    <a:pt x="16260" y="976"/>
                    <a:pt x="16227" y="619"/>
                  </a:cubicBezTo>
                  <a:cubicBezTo>
                    <a:pt x="16227" y="293"/>
                    <a:pt x="15967" y="1"/>
                    <a:pt x="1564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17"/>
            <p:cNvSpPr/>
            <p:nvPr/>
          </p:nvSpPr>
          <p:spPr>
            <a:xfrm>
              <a:off x="5498780" y="2342091"/>
              <a:ext cx="831292" cy="63190"/>
            </a:xfrm>
            <a:custGeom>
              <a:avLst/>
              <a:gdLst/>
              <a:ahLst/>
              <a:cxnLst/>
              <a:rect l="l" t="t" r="r" b="b"/>
              <a:pathLst>
                <a:path w="16260" h="1236" extrusionOk="0">
                  <a:moveTo>
                    <a:pt x="585" y="0"/>
                  </a:moveTo>
                  <a:cubicBezTo>
                    <a:pt x="260" y="0"/>
                    <a:pt x="0" y="293"/>
                    <a:pt x="0" y="618"/>
                  </a:cubicBezTo>
                  <a:cubicBezTo>
                    <a:pt x="0" y="943"/>
                    <a:pt x="260" y="1236"/>
                    <a:pt x="585" y="1236"/>
                  </a:cubicBezTo>
                  <a:lnTo>
                    <a:pt x="15642" y="1236"/>
                  </a:lnTo>
                  <a:cubicBezTo>
                    <a:pt x="15967" y="1236"/>
                    <a:pt x="16260" y="976"/>
                    <a:pt x="16227" y="618"/>
                  </a:cubicBezTo>
                  <a:cubicBezTo>
                    <a:pt x="16227" y="293"/>
                    <a:pt x="15967" y="0"/>
                    <a:pt x="1564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7"/>
            <p:cNvSpPr/>
            <p:nvPr/>
          </p:nvSpPr>
          <p:spPr>
            <a:xfrm>
              <a:off x="5498780" y="2456765"/>
              <a:ext cx="452252" cy="61606"/>
            </a:xfrm>
            <a:custGeom>
              <a:avLst/>
              <a:gdLst/>
              <a:ahLst/>
              <a:cxnLst/>
              <a:rect l="l" t="t" r="r" b="b"/>
              <a:pathLst>
                <a:path w="8846" h="1205" extrusionOk="0">
                  <a:moveTo>
                    <a:pt x="585" y="1"/>
                  </a:moveTo>
                  <a:cubicBezTo>
                    <a:pt x="260" y="1"/>
                    <a:pt x="0" y="261"/>
                    <a:pt x="0" y="586"/>
                  </a:cubicBezTo>
                  <a:cubicBezTo>
                    <a:pt x="0" y="911"/>
                    <a:pt x="260" y="1204"/>
                    <a:pt x="585" y="1204"/>
                  </a:cubicBezTo>
                  <a:lnTo>
                    <a:pt x="8228" y="1204"/>
                  </a:lnTo>
                  <a:cubicBezTo>
                    <a:pt x="8553" y="1204"/>
                    <a:pt x="8845" y="911"/>
                    <a:pt x="8845" y="586"/>
                  </a:cubicBezTo>
                  <a:cubicBezTo>
                    <a:pt x="8845" y="261"/>
                    <a:pt x="8553" y="1"/>
                    <a:pt x="822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17"/>
            <p:cNvSpPr/>
            <p:nvPr/>
          </p:nvSpPr>
          <p:spPr>
            <a:xfrm>
              <a:off x="5508750" y="3309478"/>
              <a:ext cx="312578" cy="316157"/>
            </a:xfrm>
            <a:custGeom>
              <a:avLst/>
              <a:gdLst/>
              <a:ahLst/>
              <a:cxnLst/>
              <a:rect l="l" t="t" r="r" b="b"/>
              <a:pathLst>
                <a:path w="6114" h="6184" extrusionOk="0">
                  <a:moveTo>
                    <a:pt x="1073" y="622"/>
                  </a:moveTo>
                  <a:cubicBezTo>
                    <a:pt x="1724" y="655"/>
                    <a:pt x="2374" y="655"/>
                    <a:pt x="3025" y="655"/>
                  </a:cubicBezTo>
                  <a:lnTo>
                    <a:pt x="5073" y="655"/>
                  </a:lnTo>
                  <a:cubicBezTo>
                    <a:pt x="5431" y="655"/>
                    <a:pt x="5594" y="752"/>
                    <a:pt x="5594" y="1143"/>
                  </a:cubicBezTo>
                  <a:cubicBezTo>
                    <a:pt x="5561" y="2443"/>
                    <a:pt x="5561" y="3777"/>
                    <a:pt x="5561" y="5110"/>
                  </a:cubicBezTo>
                  <a:cubicBezTo>
                    <a:pt x="5591" y="5438"/>
                    <a:pt x="5429" y="5602"/>
                    <a:pt x="5152" y="5602"/>
                  </a:cubicBezTo>
                  <a:cubicBezTo>
                    <a:pt x="5127" y="5602"/>
                    <a:pt x="5100" y="5600"/>
                    <a:pt x="5073" y="5598"/>
                  </a:cubicBezTo>
                  <a:cubicBezTo>
                    <a:pt x="4912" y="5594"/>
                    <a:pt x="4751" y="5592"/>
                    <a:pt x="4589" y="5592"/>
                  </a:cubicBezTo>
                  <a:cubicBezTo>
                    <a:pt x="3861" y="5592"/>
                    <a:pt x="3133" y="5624"/>
                    <a:pt x="2405" y="5624"/>
                  </a:cubicBezTo>
                  <a:cubicBezTo>
                    <a:pt x="1929" y="5624"/>
                    <a:pt x="1452" y="5611"/>
                    <a:pt x="976" y="5565"/>
                  </a:cubicBezTo>
                  <a:cubicBezTo>
                    <a:pt x="618" y="5533"/>
                    <a:pt x="521" y="5403"/>
                    <a:pt x="521" y="5045"/>
                  </a:cubicBezTo>
                  <a:cubicBezTo>
                    <a:pt x="521" y="3744"/>
                    <a:pt x="553" y="2443"/>
                    <a:pt x="521" y="1143"/>
                  </a:cubicBezTo>
                  <a:cubicBezTo>
                    <a:pt x="521" y="752"/>
                    <a:pt x="683" y="622"/>
                    <a:pt x="1073" y="622"/>
                  </a:cubicBezTo>
                  <a:close/>
                  <a:moveTo>
                    <a:pt x="487" y="0"/>
                  </a:moveTo>
                  <a:cubicBezTo>
                    <a:pt x="137" y="0"/>
                    <a:pt x="0" y="169"/>
                    <a:pt x="0" y="557"/>
                  </a:cubicBezTo>
                  <a:cubicBezTo>
                    <a:pt x="0" y="2248"/>
                    <a:pt x="0" y="3939"/>
                    <a:pt x="0" y="5630"/>
                  </a:cubicBezTo>
                  <a:cubicBezTo>
                    <a:pt x="0" y="5955"/>
                    <a:pt x="65" y="6151"/>
                    <a:pt x="456" y="6151"/>
                  </a:cubicBezTo>
                  <a:cubicBezTo>
                    <a:pt x="2179" y="6151"/>
                    <a:pt x="3903" y="6151"/>
                    <a:pt x="5594" y="6183"/>
                  </a:cubicBezTo>
                  <a:cubicBezTo>
                    <a:pt x="5951" y="6183"/>
                    <a:pt x="6049" y="6053"/>
                    <a:pt x="6049" y="5728"/>
                  </a:cubicBezTo>
                  <a:cubicBezTo>
                    <a:pt x="6049" y="4004"/>
                    <a:pt x="6081" y="2281"/>
                    <a:pt x="6114" y="590"/>
                  </a:cubicBezTo>
                  <a:cubicBezTo>
                    <a:pt x="6114" y="178"/>
                    <a:pt x="5981" y="32"/>
                    <a:pt x="5643" y="32"/>
                  </a:cubicBezTo>
                  <a:cubicBezTo>
                    <a:pt x="5607" y="32"/>
                    <a:pt x="5569" y="34"/>
                    <a:pt x="5529" y="37"/>
                  </a:cubicBezTo>
                  <a:lnTo>
                    <a:pt x="3057" y="37"/>
                  </a:lnTo>
                  <a:cubicBezTo>
                    <a:pt x="3057" y="37"/>
                    <a:pt x="3057" y="4"/>
                    <a:pt x="3057" y="4"/>
                  </a:cubicBezTo>
                  <a:cubicBezTo>
                    <a:pt x="2515" y="4"/>
                    <a:pt x="1973" y="19"/>
                    <a:pt x="1421" y="19"/>
                  </a:cubicBezTo>
                  <a:cubicBezTo>
                    <a:pt x="1146" y="19"/>
                    <a:pt x="867" y="15"/>
                    <a:pt x="586" y="4"/>
                  </a:cubicBezTo>
                  <a:cubicBezTo>
                    <a:pt x="551" y="2"/>
                    <a:pt x="518" y="0"/>
                    <a:pt x="48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17"/>
            <p:cNvSpPr/>
            <p:nvPr/>
          </p:nvSpPr>
          <p:spPr>
            <a:xfrm>
              <a:off x="5498780" y="2988822"/>
              <a:ext cx="831292" cy="63190"/>
            </a:xfrm>
            <a:custGeom>
              <a:avLst/>
              <a:gdLst/>
              <a:ahLst/>
              <a:cxnLst/>
              <a:rect l="l" t="t" r="r" b="b"/>
              <a:pathLst>
                <a:path w="16260" h="1236" extrusionOk="0">
                  <a:moveTo>
                    <a:pt x="585" y="0"/>
                  </a:moveTo>
                  <a:cubicBezTo>
                    <a:pt x="260" y="0"/>
                    <a:pt x="0" y="293"/>
                    <a:pt x="0" y="618"/>
                  </a:cubicBezTo>
                  <a:cubicBezTo>
                    <a:pt x="0" y="943"/>
                    <a:pt x="260" y="1236"/>
                    <a:pt x="585" y="1236"/>
                  </a:cubicBezTo>
                  <a:lnTo>
                    <a:pt x="15642" y="1236"/>
                  </a:lnTo>
                  <a:cubicBezTo>
                    <a:pt x="15967" y="1236"/>
                    <a:pt x="16260" y="943"/>
                    <a:pt x="16227" y="618"/>
                  </a:cubicBezTo>
                  <a:cubicBezTo>
                    <a:pt x="16227" y="293"/>
                    <a:pt x="15967" y="0"/>
                    <a:pt x="1564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7"/>
            <p:cNvSpPr/>
            <p:nvPr/>
          </p:nvSpPr>
          <p:spPr>
            <a:xfrm>
              <a:off x="5498780" y="3101860"/>
              <a:ext cx="831292" cy="63242"/>
            </a:xfrm>
            <a:custGeom>
              <a:avLst/>
              <a:gdLst/>
              <a:ahLst/>
              <a:cxnLst/>
              <a:rect l="l" t="t" r="r" b="b"/>
              <a:pathLst>
                <a:path w="16260" h="1237" extrusionOk="0">
                  <a:moveTo>
                    <a:pt x="585" y="0"/>
                  </a:moveTo>
                  <a:cubicBezTo>
                    <a:pt x="260" y="0"/>
                    <a:pt x="0" y="293"/>
                    <a:pt x="0" y="618"/>
                  </a:cubicBezTo>
                  <a:cubicBezTo>
                    <a:pt x="0" y="944"/>
                    <a:pt x="260" y="1236"/>
                    <a:pt x="585" y="1236"/>
                  </a:cubicBezTo>
                  <a:lnTo>
                    <a:pt x="15642" y="1236"/>
                  </a:lnTo>
                  <a:cubicBezTo>
                    <a:pt x="15967" y="1236"/>
                    <a:pt x="16260" y="944"/>
                    <a:pt x="16227" y="618"/>
                  </a:cubicBezTo>
                  <a:cubicBezTo>
                    <a:pt x="16227" y="293"/>
                    <a:pt x="15967" y="0"/>
                    <a:pt x="1564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7"/>
            <p:cNvSpPr/>
            <p:nvPr/>
          </p:nvSpPr>
          <p:spPr>
            <a:xfrm>
              <a:off x="5498780" y="3216584"/>
              <a:ext cx="452252" cy="61554"/>
            </a:xfrm>
            <a:custGeom>
              <a:avLst/>
              <a:gdLst/>
              <a:ahLst/>
              <a:cxnLst/>
              <a:rect l="l" t="t" r="r" b="b"/>
              <a:pathLst>
                <a:path w="8846" h="1204" extrusionOk="0">
                  <a:moveTo>
                    <a:pt x="585" y="0"/>
                  </a:moveTo>
                  <a:cubicBezTo>
                    <a:pt x="260" y="0"/>
                    <a:pt x="0" y="260"/>
                    <a:pt x="0" y="586"/>
                  </a:cubicBezTo>
                  <a:cubicBezTo>
                    <a:pt x="0" y="911"/>
                    <a:pt x="260" y="1204"/>
                    <a:pt x="585" y="1204"/>
                  </a:cubicBezTo>
                  <a:lnTo>
                    <a:pt x="8228" y="1204"/>
                  </a:lnTo>
                  <a:cubicBezTo>
                    <a:pt x="8553" y="1204"/>
                    <a:pt x="8845" y="911"/>
                    <a:pt x="8845" y="586"/>
                  </a:cubicBezTo>
                  <a:cubicBezTo>
                    <a:pt x="8845" y="260"/>
                    <a:pt x="8553" y="0"/>
                    <a:pt x="822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7"/>
            <p:cNvSpPr/>
            <p:nvPr/>
          </p:nvSpPr>
          <p:spPr>
            <a:xfrm>
              <a:off x="5508750" y="4069247"/>
              <a:ext cx="312578" cy="316157"/>
            </a:xfrm>
            <a:custGeom>
              <a:avLst/>
              <a:gdLst/>
              <a:ahLst/>
              <a:cxnLst/>
              <a:rect l="l" t="t" r="r" b="b"/>
              <a:pathLst>
                <a:path w="6114" h="6184" extrusionOk="0">
                  <a:moveTo>
                    <a:pt x="3025" y="623"/>
                  </a:moveTo>
                  <a:lnTo>
                    <a:pt x="3025" y="655"/>
                  </a:lnTo>
                  <a:lnTo>
                    <a:pt x="5073" y="655"/>
                  </a:lnTo>
                  <a:cubicBezTo>
                    <a:pt x="5108" y="652"/>
                    <a:pt x="5141" y="650"/>
                    <a:pt x="5172" y="650"/>
                  </a:cubicBezTo>
                  <a:cubicBezTo>
                    <a:pt x="5461" y="650"/>
                    <a:pt x="5594" y="791"/>
                    <a:pt x="5594" y="1143"/>
                  </a:cubicBezTo>
                  <a:cubicBezTo>
                    <a:pt x="5561" y="2444"/>
                    <a:pt x="5561" y="3777"/>
                    <a:pt x="5561" y="5078"/>
                  </a:cubicBezTo>
                  <a:cubicBezTo>
                    <a:pt x="5591" y="5436"/>
                    <a:pt x="5429" y="5602"/>
                    <a:pt x="5151" y="5602"/>
                  </a:cubicBezTo>
                  <a:cubicBezTo>
                    <a:pt x="5126" y="5602"/>
                    <a:pt x="5100" y="5601"/>
                    <a:pt x="5073" y="5598"/>
                  </a:cubicBezTo>
                  <a:cubicBezTo>
                    <a:pt x="4912" y="5594"/>
                    <a:pt x="4751" y="5593"/>
                    <a:pt x="4589" y="5593"/>
                  </a:cubicBezTo>
                  <a:cubicBezTo>
                    <a:pt x="3861" y="5593"/>
                    <a:pt x="3133" y="5625"/>
                    <a:pt x="2405" y="5625"/>
                  </a:cubicBezTo>
                  <a:cubicBezTo>
                    <a:pt x="1929" y="5625"/>
                    <a:pt x="1452" y="5611"/>
                    <a:pt x="976" y="5566"/>
                  </a:cubicBezTo>
                  <a:cubicBezTo>
                    <a:pt x="618" y="5501"/>
                    <a:pt x="521" y="5371"/>
                    <a:pt x="521" y="5045"/>
                  </a:cubicBezTo>
                  <a:cubicBezTo>
                    <a:pt x="521" y="3745"/>
                    <a:pt x="553" y="2444"/>
                    <a:pt x="521" y="1143"/>
                  </a:cubicBezTo>
                  <a:cubicBezTo>
                    <a:pt x="521" y="720"/>
                    <a:pt x="683" y="623"/>
                    <a:pt x="1073" y="623"/>
                  </a:cubicBezTo>
                  <a:cubicBezTo>
                    <a:pt x="1290" y="634"/>
                    <a:pt x="1507" y="637"/>
                    <a:pt x="1724" y="637"/>
                  </a:cubicBezTo>
                  <a:cubicBezTo>
                    <a:pt x="2157" y="637"/>
                    <a:pt x="2591" y="623"/>
                    <a:pt x="3025" y="623"/>
                  </a:cubicBezTo>
                  <a:close/>
                  <a:moveTo>
                    <a:pt x="487" y="1"/>
                  </a:moveTo>
                  <a:cubicBezTo>
                    <a:pt x="137" y="1"/>
                    <a:pt x="0" y="170"/>
                    <a:pt x="0" y="558"/>
                  </a:cubicBezTo>
                  <a:cubicBezTo>
                    <a:pt x="0" y="2249"/>
                    <a:pt x="0" y="3940"/>
                    <a:pt x="0" y="5631"/>
                  </a:cubicBezTo>
                  <a:cubicBezTo>
                    <a:pt x="0" y="5956"/>
                    <a:pt x="65" y="6151"/>
                    <a:pt x="456" y="6151"/>
                  </a:cubicBezTo>
                  <a:cubicBezTo>
                    <a:pt x="2179" y="6151"/>
                    <a:pt x="3903" y="6151"/>
                    <a:pt x="5594" y="6184"/>
                  </a:cubicBezTo>
                  <a:cubicBezTo>
                    <a:pt x="5951" y="6184"/>
                    <a:pt x="6049" y="6053"/>
                    <a:pt x="6049" y="5728"/>
                  </a:cubicBezTo>
                  <a:cubicBezTo>
                    <a:pt x="6049" y="4005"/>
                    <a:pt x="6081" y="2281"/>
                    <a:pt x="6114" y="590"/>
                  </a:cubicBezTo>
                  <a:cubicBezTo>
                    <a:pt x="6114" y="135"/>
                    <a:pt x="5951" y="5"/>
                    <a:pt x="5529" y="5"/>
                  </a:cubicBezTo>
                  <a:cubicBezTo>
                    <a:pt x="4716" y="37"/>
                    <a:pt x="3870" y="37"/>
                    <a:pt x="3057" y="37"/>
                  </a:cubicBezTo>
                  <a:cubicBezTo>
                    <a:pt x="3057" y="5"/>
                    <a:pt x="3057" y="5"/>
                    <a:pt x="3057" y="5"/>
                  </a:cubicBezTo>
                  <a:lnTo>
                    <a:pt x="586" y="5"/>
                  </a:lnTo>
                  <a:cubicBezTo>
                    <a:pt x="551" y="2"/>
                    <a:pt x="518" y="1"/>
                    <a:pt x="48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7"/>
            <p:cNvSpPr/>
            <p:nvPr/>
          </p:nvSpPr>
          <p:spPr>
            <a:xfrm>
              <a:off x="5498780" y="3748591"/>
              <a:ext cx="831292" cy="63242"/>
            </a:xfrm>
            <a:custGeom>
              <a:avLst/>
              <a:gdLst/>
              <a:ahLst/>
              <a:cxnLst/>
              <a:rect l="l" t="t" r="r" b="b"/>
              <a:pathLst>
                <a:path w="16260" h="1237" extrusionOk="0">
                  <a:moveTo>
                    <a:pt x="585" y="1"/>
                  </a:moveTo>
                  <a:cubicBezTo>
                    <a:pt x="260" y="1"/>
                    <a:pt x="0" y="293"/>
                    <a:pt x="0" y="618"/>
                  </a:cubicBezTo>
                  <a:cubicBezTo>
                    <a:pt x="0" y="944"/>
                    <a:pt x="260" y="1236"/>
                    <a:pt x="585" y="1236"/>
                  </a:cubicBezTo>
                  <a:lnTo>
                    <a:pt x="15642" y="1236"/>
                  </a:lnTo>
                  <a:cubicBezTo>
                    <a:pt x="15967" y="1236"/>
                    <a:pt x="16260" y="944"/>
                    <a:pt x="16227" y="618"/>
                  </a:cubicBezTo>
                  <a:cubicBezTo>
                    <a:pt x="16227" y="293"/>
                    <a:pt x="15967" y="1"/>
                    <a:pt x="1564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7"/>
            <p:cNvSpPr/>
            <p:nvPr/>
          </p:nvSpPr>
          <p:spPr>
            <a:xfrm>
              <a:off x="5498780" y="3861628"/>
              <a:ext cx="831292" cy="63242"/>
            </a:xfrm>
            <a:custGeom>
              <a:avLst/>
              <a:gdLst/>
              <a:ahLst/>
              <a:cxnLst/>
              <a:rect l="l" t="t" r="r" b="b"/>
              <a:pathLst>
                <a:path w="16260" h="1237" extrusionOk="0">
                  <a:moveTo>
                    <a:pt x="585" y="1"/>
                  </a:moveTo>
                  <a:cubicBezTo>
                    <a:pt x="260" y="1"/>
                    <a:pt x="0" y="294"/>
                    <a:pt x="0" y="619"/>
                  </a:cubicBezTo>
                  <a:cubicBezTo>
                    <a:pt x="0" y="944"/>
                    <a:pt x="260" y="1237"/>
                    <a:pt x="585" y="1237"/>
                  </a:cubicBezTo>
                  <a:lnTo>
                    <a:pt x="15642" y="1237"/>
                  </a:lnTo>
                  <a:cubicBezTo>
                    <a:pt x="15967" y="1237"/>
                    <a:pt x="16260" y="944"/>
                    <a:pt x="16227" y="619"/>
                  </a:cubicBezTo>
                  <a:cubicBezTo>
                    <a:pt x="16227" y="294"/>
                    <a:pt x="15967" y="1"/>
                    <a:pt x="1564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7"/>
            <p:cNvSpPr/>
            <p:nvPr/>
          </p:nvSpPr>
          <p:spPr>
            <a:xfrm>
              <a:off x="5498780" y="3976353"/>
              <a:ext cx="452252" cy="59918"/>
            </a:xfrm>
            <a:custGeom>
              <a:avLst/>
              <a:gdLst/>
              <a:ahLst/>
              <a:cxnLst/>
              <a:rect l="l" t="t" r="r" b="b"/>
              <a:pathLst>
                <a:path w="8846" h="1172" extrusionOk="0">
                  <a:moveTo>
                    <a:pt x="585" y="1"/>
                  </a:moveTo>
                  <a:cubicBezTo>
                    <a:pt x="260" y="1"/>
                    <a:pt x="0" y="261"/>
                    <a:pt x="0" y="586"/>
                  </a:cubicBezTo>
                  <a:cubicBezTo>
                    <a:pt x="0" y="911"/>
                    <a:pt x="260" y="1171"/>
                    <a:pt x="585" y="1171"/>
                  </a:cubicBezTo>
                  <a:lnTo>
                    <a:pt x="8228" y="1171"/>
                  </a:lnTo>
                  <a:cubicBezTo>
                    <a:pt x="8553" y="1171"/>
                    <a:pt x="8845" y="911"/>
                    <a:pt x="8845" y="586"/>
                  </a:cubicBezTo>
                  <a:cubicBezTo>
                    <a:pt x="8845" y="261"/>
                    <a:pt x="8553" y="1"/>
                    <a:pt x="822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7"/>
            <p:cNvSpPr/>
            <p:nvPr/>
          </p:nvSpPr>
          <p:spPr>
            <a:xfrm>
              <a:off x="5635080" y="684516"/>
              <a:ext cx="819687" cy="1182112"/>
            </a:xfrm>
            <a:custGeom>
              <a:avLst/>
              <a:gdLst/>
              <a:ahLst/>
              <a:cxnLst/>
              <a:rect l="l" t="t" r="r" b="b"/>
              <a:pathLst>
                <a:path w="16033" h="23122" extrusionOk="0">
                  <a:moveTo>
                    <a:pt x="11253" y="0"/>
                  </a:moveTo>
                  <a:lnTo>
                    <a:pt x="1" y="2634"/>
                  </a:lnTo>
                  <a:lnTo>
                    <a:pt x="4749" y="23121"/>
                  </a:lnTo>
                  <a:lnTo>
                    <a:pt x="16033" y="20487"/>
                  </a:lnTo>
                  <a:lnTo>
                    <a:pt x="112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7"/>
            <p:cNvSpPr/>
            <p:nvPr/>
          </p:nvSpPr>
          <p:spPr>
            <a:xfrm>
              <a:off x="5773066" y="859057"/>
              <a:ext cx="542078" cy="832980"/>
            </a:xfrm>
            <a:custGeom>
              <a:avLst/>
              <a:gdLst/>
              <a:ahLst/>
              <a:cxnLst/>
              <a:rect l="l" t="t" r="r" b="b"/>
              <a:pathLst>
                <a:path w="10603" h="16293" extrusionOk="0">
                  <a:moveTo>
                    <a:pt x="7220" y="1"/>
                  </a:moveTo>
                  <a:lnTo>
                    <a:pt x="1" y="1692"/>
                  </a:lnTo>
                  <a:lnTo>
                    <a:pt x="3415" y="16293"/>
                  </a:lnTo>
                  <a:lnTo>
                    <a:pt x="10602" y="14634"/>
                  </a:lnTo>
                  <a:lnTo>
                    <a:pt x="722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7"/>
            <p:cNvSpPr/>
            <p:nvPr/>
          </p:nvSpPr>
          <p:spPr>
            <a:xfrm>
              <a:off x="4866978" y="-1059562"/>
              <a:ext cx="1283544" cy="2272915"/>
            </a:xfrm>
            <a:custGeom>
              <a:avLst/>
              <a:gdLst/>
              <a:ahLst/>
              <a:cxnLst/>
              <a:rect l="l" t="t" r="r" b="b"/>
              <a:pathLst>
                <a:path w="25106" h="44458" extrusionOk="0">
                  <a:moveTo>
                    <a:pt x="4553" y="1"/>
                  </a:moveTo>
                  <a:cubicBezTo>
                    <a:pt x="3480" y="1269"/>
                    <a:pt x="2537" y="2668"/>
                    <a:pt x="1366" y="3838"/>
                  </a:cubicBezTo>
                  <a:cubicBezTo>
                    <a:pt x="163" y="5042"/>
                    <a:pt x="1" y="5985"/>
                    <a:pt x="911" y="7578"/>
                  </a:cubicBezTo>
                  <a:cubicBezTo>
                    <a:pt x="3643" y="12261"/>
                    <a:pt x="6082" y="17106"/>
                    <a:pt x="8683" y="21854"/>
                  </a:cubicBezTo>
                  <a:cubicBezTo>
                    <a:pt x="9561" y="23480"/>
                    <a:pt x="10472" y="25009"/>
                    <a:pt x="10407" y="26927"/>
                  </a:cubicBezTo>
                  <a:cubicBezTo>
                    <a:pt x="10407" y="27382"/>
                    <a:pt x="10537" y="27870"/>
                    <a:pt x="10700" y="28358"/>
                  </a:cubicBezTo>
                  <a:cubicBezTo>
                    <a:pt x="11220" y="30049"/>
                    <a:pt x="12228" y="31512"/>
                    <a:pt x="13301" y="32911"/>
                  </a:cubicBezTo>
                  <a:cubicBezTo>
                    <a:pt x="13821" y="33594"/>
                    <a:pt x="14374" y="34277"/>
                    <a:pt x="14602" y="35155"/>
                  </a:cubicBezTo>
                  <a:cubicBezTo>
                    <a:pt x="14895" y="36065"/>
                    <a:pt x="15480" y="36878"/>
                    <a:pt x="15805" y="37789"/>
                  </a:cubicBezTo>
                  <a:cubicBezTo>
                    <a:pt x="16651" y="39545"/>
                    <a:pt x="17464" y="41333"/>
                    <a:pt x="18277" y="43122"/>
                  </a:cubicBezTo>
                  <a:cubicBezTo>
                    <a:pt x="18504" y="43675"/>
                    <a:pt x="18927" y="44065"/>
                    <a:pt x="19447" y="44325"/>
                  </a:cubicBezTo>
                  <a:cubicBezTo>
                    <a:pt x="19650" y="44416"/>
                    <a:pt x="19846" y="44457"/>
                    <a:pt x="20035" y="44457"/>
                  </a:cubicBezTo>
                  <a:cubicBezTo>
                    <a:pt x="20453" y="44457"/>
                    <a:pt x="20835" y="44258"/>
                    <a:pt x="21171" y="43967"/>
                  </a:cubicBezTo>
                  <a:cubicBezTo>
                    <a:pt x="21529" y="43675"/>
                    <a:pt x="21594" y="41951"/>
                    <a:pt x="21464" y="41594"/>
                  </a:cubicBezTo>
                  <a:cubicBezTo>
                    <a:pt x="20911" y="39935"/>
                    <a:pt x="20358" y="38277"/>
                    <a:pt x="19708" y="36651"/>
                  </a:cubicBezTo>
                  <a:cubicBezTo>
                    <a:pt x="19643" y="36423"/>
                    <a:pt x="19610" y="36260"/>
                    <a:pt x="19643" y="36130"/>
                  </a:cubicBezTo>
                  <a:lnTo>
                    <a:pt x="19643" y="36098"/>
                  </a:lnTo>
                  <a:cubicBezTo>
                    <a:pt x="19675" y="35870"/>
                    <a:pt x="19838" y="35707"/>
                    <a:pt x="20033" y="35675"/>
                  </a:cubicBezTo>
                  <a:cubicBezTo>
                    <a:pt x="20911" y="35350"/>
                    <a:pt x="21821" y="35252"/>
                    <a:pt x="22699" y="35090"/>
                  </a:cubicBezTo>
                  <a:cubicBezTo>
                    <a:pt x="23415" y="34960"/>
                    <a:pt x="24098" y="34764"/>
                    <a:pt x="24813" y="34602"/>
                  </a:cubicBezTo>
                  <a:cubicBezTo>
                    <a:pt x="24813" y="34504"/>
                    <a:pt x="24813" y="34439"/>
                    <a:pt x="24813" y="34342"/>
                  </a:cubicBezTo>
                  <a:cubicBezTo>
                    <a:pt x="24911" y="32976"/>
                    <a:pt x="24976" y="31610"/>
                    <a:pt x="25041" y="30244"/>
                  </a:cubicBezTo>
                  <a:cubicBezTo>
                    <a:pt x="25106" y="29301"/>
                    <a:pt x="24813" y="28488"/>
                    <a:pt x="24228" y="27740"/>
                  </a:cubicBezTo>
                  <a:cubicBezTo>
                    <a:pt x="22667" y="25789"/>
                    <a:pt x="20716" y="24228"/>
                    <a:pt x="18992" y="22472"/>
                  </a:cubicBezTo>
                  <a:cubicBezTo>
                    <a:pt x="17886" y="21366"/>
                    <a:pt x="16716" y="20358"/>
                    <a:pt x="16098" y="18797"/>
                  </a:cubicBezTo>
                  <a:cubicBezTo>
                    <a:pt x="14797" y="15545"/>
                    <a:pt x="13334" y="12326"/>
                    <a:pt x="11968" y="9106"/>
                  </a:cubicBezTo>
                  <a:cubicBezTo>
                    <a:pt x="11317" y="7578"/>
                    <a:pt x="10602" y="6082"/>
                    <a:pt x="10082" y="4521"/>
                  </a:cubicBezTo>
                  <a:cubicBezTo>
                    <a:pt x="8228" y="3025"/>
                    <a:pt x="6375" y="1497"/>
                    <a:pt x="4553" y="1"/>
                  </a:cubicBezTo>
                  <a:close/>
                </a:path>
              </a:pathLst>
            </a:custGeom>
            <a:solidFill>
              <a:srgbClr val="FFCB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7"/>
            <p:cNvSpPr/>
            <p:nvPr/>
          </p:nvSpPr>
          <p:spPr>
            <a:xfrm>
              <a:off x="5517032" y="737686"/>
              <a:ext cx="199592" cy="419021"/>
            </a:xfrm>
            <a:custGeom>
              <a:avLst/>
              <a:gdLst/>
              <a:ahLst/>
              <a:cxnLst/>
              <a:rect l="l" t="t" r="r" b="b"/>
              <a:pathLst>
                <a:path w="3904" h="8196" extrusionOk="0">
                  <a:moveTo>
                    <a:pt x="1887" y="1"/>
                  </a:moveTo>
                  <a:cubicBezTo>
                    <a:pt x="619" y="228"/>
                    <a:pt x="1" y="1009"/>
                    <a:pt x="391" y="2017"/>
                  </a:cubicBezTo>
                  <a:cubicBezTo>
                    <a:pt x="651" y="2700"/>
                    <a:pt x="781" y="3415"/>
                    <a:pt x="1106" y="4098"/>
                  </a:cubicBezTo>
                  <a:cubicBezTo>
                    <a:pt x="1432" y="4748"/>
                    <a:pt x="1789" y="5464"/>
                    <a:pt x="1854" y="6114"/>
                  </a:cubicBezTo>
                  <a:cubicBezTo>
                    <a:pt x="1919" y="6797"/>
                    <a:pt x="2017" y="6927"/>
                    <a:pt x="2212" y="7220"/>
                  </a:cubicBezTo>
                  <a:cubicBezTo>
                    <a:pt x="2602" y="7838"/>
                    <a:pt x="3318" y="8098"/>
                    <a:pt x="3903" y="8196"/>
                  </a:cubicBezTo>
                  <a:cubicBezTo>
                    <a:pt x="3448" y="4521"/>
                    <a:pt x="3220" y="3220"/>
                    <a:pt x="3123" y="2992"/>
                  </a:cubicBezTo>
                  <a:cubicBezTo>
                    <a:pt x="3090" y="2927"/>
                    <a:pt x="3025" y="2732"/>
                    <a:pt x="3090" y="2602"/>
                  </a:cubicBezTo>
                  <a:cubicBezTo>
                    <a:pt x="3123" y="2537"/>
                    <a:pt x="3155" y="2505"/>
                    <a:pt x="3253" y="2472"/>
                  </a:cubicBezTo>
                  <a:cubicBezTo>
                    <a:pt x="2798" y="1659"/>
                    <a:pt x="2602" y="684"/>
                    <a:pt x="1887" y="1"/>
                  </a:cubicBezTo>
                  <a:close/>
                </a:path>
              </a:pathLst>
            </a:custGeom>
            <a:solidFill>
              <a:srgbClr val="F9BD9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7"/>
            <p:cNvSpPr/>
            <p:nvPr/>
          </p:nvSpPr>
          <p:spPr>
            <a:xfrm>
              <a:off x="5812995" y="1045101"/>
              <a:ext cx="143048" cy="133896"/>
            </a:xfrm>
            <a:custGeom>
              <a:avLst/>
              <a:gdLst/>
              <a:ahLst/>
              <a:cxnLst/>
              <a:rect l="l" t="t" r="r" b="b"/>
              <a:pathLst>
                <a:path w="2798" h="2619" extrusionOk="0">
                  <a:moveTo>
                    <a:pt x="1355" y="0"/>
                  </a:moveTo>
                  <a:cubicBezTo>
                    <a:pt x="1327" y="0"/>
                    <a:pt x="1298" y="1"/>
                    <a:pt x="1269" y="4"/>
                  </a:cubicBezTo>
                  <a:cubicBezTo>
                    <a:pt x="1008" y="36"/>
                    <a:pt x="781" y="166"/>
                    <a:pt x="586" y="329"/>
                  </a:cubicBezTo>
                  <a:cubicBezTo>
                    <a:pt x="0" y="882"/>
                    <a:pt x="326" y="1565"/>
                    <a:pt x="521" y="2183"/>
                  </a:cubicBezTo>
                  <a:cubicBezTo>
                    <a:pt x="586" y="2378"/>
                    <a:pt x="683" y="2475"/>
                    <a:pt x="781" y="2540"/>
                  </a:cubicBezTo>
                  <a:cubicBezTo>
                    <a:pt x="884" y="2599"/>
                    <a:pt x="994" y="2618"/>
                    <a:pt x="1101" y="2618"/>
                  </a:cubicBezTo>
                  <a:cubicBezTo>
                    <a:pt x="1231" y="2618"/>
                    <a:pt x="1357" y="2591"/>
                    <a:pt x="1464" y="2573"/>
                  </a:cubicBezTo>
                  <a:cubicBezTo>
                    <a:pt x="1756" y="2475"/>
                    <a:pt x="2342" y="2345"/>
                    <a:pt x="2537" y="1792"/>
                  </a:cubicBezTo>
                  <a:cubicBezTo>
                    <a:pt x="2797" y="1207"/>
                    <a:pt x="2472" y="524"/>
                    <a:pt x="2017" y="231"/>
                  </a:cubicBezTo>
                  <a:cubicBezTo>
                    <a:pt x="1926" y="171"/>
                    <a:pt x="1697" y="0"/>
                    <a:pt x="135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7"/>
            <p:cNvSpPr/>
            <p:nvPr/>
          </p:nvSpPr>
          <p:spPr>
            <a:xfrm>
              <a:off x="5917750" y="2764333"/>
              <a:ext cx="1807218" cy="184817"/>
            </a:xfrm>
            <a:custGeom>
              <a:avLst/>
              <a:gdLst/>
              <a:ahLst/>
              <a:cxnLst/>
              <a:rect l="l" t="t" r="r" b="b"/>
              <a:pathLst>
                <a:path w="35349" h="3615" extrusionOk="0">
                  <a:moveTo>
                    <a:pt x="6471" y="1"/>
                  </a:moveTo>
                  <a:lnTo>
                    <a:pt x="6471" y="33"/>
                  </a:lnTo>
                  <a:lnTo>
                    <a:pt x="4585" y="33"/>
                  </a:lnTo>
                  <a:cubicBezTo>
                    <a:pt x="4098" y="391"/>
                    <a:pt x="3610" y="749"/>
                    <a:pt x="3154" y="1107"/>
                  </a:cubicBezTo>
                  <a:cubicBezTo>
                    <a:pt x="2114" y="1920"/>
                    <a:pt x="976" y="2603"/>
                    <a:pt x="0" y="3513"/>
                  </a:cubicBezTo>
                  <a:cubicBezTo>
                    <a:pt x="130" y="3600"/>
                    <a:pt x="260" y="3614"/>
                    <a:pt x="400" y="3614"/>
                  </a:cubicBezTo>
                  <a:cubicBezTo>
                    <a:pt x="470" y="3614"/>
                    <a:pt x="542" y="3611"/>
                    <a:pt x="618" y="3611"/>
                  </a:cubicBezTo>
                  <a:lnTo>
                    <a:pt x="34699" y="3611"/>
                  </a:lnTo>
                  <a:cubicBezTo>
                    <a:pt x="34774" y="3611"/>
                    <a:pt x="34850" y="3614"/>
                    <a:pt x="34925" y="3614"/>
                  </a:cubicBezTo>
                  <a:cubicBezTo>
                    <a:pt x="35074" y="3614"/>
                    <a:pt x="35219" y="3600"/>
                    <a:pt x="35349" y="3513"/>
                  </a:cubicBezTo>
                  <a:cubicBezTo>
                    <a:pt x="35284" y="3448"/>
                    <a:pt x="35219" y="3350"/>
                    <a:pt x="35121" y="3285"/>
                  </a:cubicBezTo>
                  <a:cubicBezTo>
                    <a:pt x="33625" y="2180"/>
                    <a:pt x="32162" y="1107"/>
                    <a:pt x="3066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7"/>
            <p:cNvSpPr/>
            <p:nvPr/>
          </p:nvSpPr>
          <p:spPr>
            <a:xfrm>
              <a:off x="5980889" y="3150071"/>
              <a:ext cx="1639374" cy="1433187"/>
            </a:xfrm>
            <a:custGeom>
              <a:avLst/>
              <a:gdLst/>
              <a:ahLst/>
              <a:cxnLst/>
              <a:rect l="l" t="t" r="r" b="b"/>
              <a:pathLst>
                <a:path w="32066" h="28033" extrusionOk="0">
                  <a:moveTo>
                    <a:pt x="1" y="1"/>
                  </a:moveTo>
                  <a:lnTo>
                    <a:pt x="1" y="28032"/>
                  </a:lnTo>
                  <a:lnTo>
                    <a:pt x="32065" y="28032"/>
                  </a:lnTo>
                  <a:lnTo>
                    <a:pt x="3206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7"/>
            <p:cNvSpPr/>
            <p:nvPr/>
          </p:nvSpPr>
          <p:spPr>
            <a:xfrm>
              <a:off x="6531199" y="3552271"/>
              <a:ext cx="538755" cy="535534"/>
            </a:xfrm>
            <a:custGeom>
              <a:avLst/>
              <a:gdLst/>
              <a:ahLst/>
              <a:cxnLst/>
              <a:rect l="l" t="t" r="r" b="b"/>
              <a:pathLst>
                <a:path w="10538" h="10475" extrusionOk="0">
                  <a:moveTo>
                    <a:pt x="10059" y="0"/>
                  </a:moveTo>
                  <a:cubicBezTo>
                    <a:pt x="10001" y="0"/>
                    <a:pt x="9942" y="3"/>
                    <a:pt x="9887" y="3"/>
                  </a:cubicBezTo>
                  <a:lnTo>
                    <a:pt x="554" y="3"/>
                  </a:lnTo>
                  <a:cubicBezTo>
                    <a:pt x="66" y="3"/>
                    <a:pt x="1" y="166"/>
                    <a:pt x="1" y="589"/>
                  </a:cubicBezTo>
                  <a:cubicBezTo>
                    <a:pt x="1" y="3710"/>
                    <a:pt x="1" y="6800"/>
                    <a:pt x="1" y="9922"/>
                  </a:cubicBezTo>
                  <a:cubicBezTo>
                    <a:pt x="1" y="10377"/>
                    <a:pt x="163" y="10475"/>
                    <a:pt x="586" y="10475"/>
                  </a:cubicBezTo>
                  <a:lnTo>
                    <a:pt x="9854" y="10475"/>
                  </a:lnTo>
                  <a:cubicBezTo>
                    <a:pt x="10342" y="10475"/>
                    <a:pt x="10472" y="10344"/>
                    <a:pt x="10472" y="9857"/>
                  </a:cubicBezTo>
                  <a:cubicBezTo>
                    <a:pt x="10440" y="7548"/>
                    <a:pt x="10472" y="5239"/>
                    <a:pt x="10472" y="2930"/>
                  </a:cubicBezTo>
                  <a:cubicBezTo>
                    <a:pt x="10472" y="2767"/>
                    <a:pt x="10537" y="2540"/>
                    <a:pt x="10277" y="2442"/>
                  </a:cubicBezTo>
                  <a:cubicBezTo>
                    <a:pt x="9692" y="2735"/>
                    <a:pt x="9204" y="3158"/>
                    <a:pt x="9009" y="3808"/>
                  </a:cubicBezTo>
                  <a:cubicBezTo>
                    <a:pt x="8976" y="5369"/>
                    <a:pt x="9009" y="6930"/>
                    <a:pt x="9009" y="8491"/>
                  </a:cubicBezTo>
                  <a:cubicBezTo>
                    <a:pt x="9009" y="8914"/>
                    <a:pt x="8846" y="9109"/>
                    <a:pt x="8391" y="9109"/>
                  </a:cubicBezTo>
                  <a:cubicBezTo>
                    <a:pt x="7318" y="9092"/>
                    <a:pt x="6245" y="9084"/>
                    <a:pt x="5171" y="9084"/>
                  </a:cubicBezTo>
                  <a:cubicBezTo>
                    <a:pt x="4098" y="9084"/>
                    <a:pt x="3025" y="9092"/>
                    <a:pt x="1952" y="9109"/>
                  </a:cubicBezTo>
                  <a:cubicBezTo>
                    <a:pt x="1497" y="9109"/>
                    <a:pt x="1367" y="8914"/>
                    <a:pt x="1367" y="8491"/>
                  </a:cubicBezTo>
                  <a:cubicBezTo>
                    <a:pt x="1367" y="6345"/>
                    <a:pt x="1367" y="4198"/>
                    <a:pt x="1367" y="2052"/>
                  </a:cubicBezTo>
                  <a:cubicBezTo>
                    <a:pt x="1367" y="1434"/>
                    <a:pt x="1432" y="1369"/>
                    <a:pt x="2017" y="1369"/>
                  </a:cubicBezTo>
                  <a:lnTo>
                    <a:pt x="8358" y="1369"/>
                  </a:lnTo>
                  <a:cubicBezTo>
                    <a:pt x="8619" y="1369"/>
                    <a:pt x="8911" y="1402"/>
                    <a:pt x="9106" y="1629"/>
                  </a:cubicBezTo>
                  <a:cubicBezTo>
                    <a:pt x="9175" y="1675"/>
                    <a:pt x="9261" y="1721"/>
                    <a:pt x="9328" y="1721"/>
                  </a:cubicBezTo>
                  <a:cubicBezTo>
                    <a:pt x="9355" y="1721"/>
                    <a:pt x="9380" y="1713"/>
                    <a:pt x="9399" y="1694"/>
                  </a:cubicBezTo>
                  <a:cubicBezTo>
                    <a:pt x="9822" y="1337"/>
                    <a:pt x="10342" y="1044"/>
                    <a:pt x="10440" y="426"/>
                  </a:cubicBezTo>
                  <a:cubicBezTo>
                    <a:pt x="10491" y="41"/>
                    <a:pt x="10279" y="0"/>
                    <a:pt x="100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7"/>
            <p:cNvSpPr/>
            <p:nvPr/>
          </p:nvSpPr>
          <p:spPr>
            <a:xfrm>
              <a:off x="6642600" y="3573999"/>
              <a:ext cx="482211" cy="347497"/>
            </a:xfrm>
            <a:custGeom>
              <a:avLst/>
              <a:gdLst/>
              <a:ahLst/>
              <a:cxnLst/>
              <a:rect l="l" t="t" r="r" b="b"/>
              <a:pathLst>
                <a:path w="9432" h="6797" extrusionOk="0">
                  <a:moveTo>
                    <a:pt x="8261" y="1"/>
                  </a:moveTo>
                  <a:cubicBezTo>
                    <a:pt x="7935" y="456"/>
                    <a:pt x="7578" y="912"/>
                    <a:pt x="7090" y="1237"/>
                  </a:cubicBezTo>
                  <a:cubicBezTo>
                    <a:pt x="6895" y="1269"/>
                    <a:pt x="6732" y="1432"/>
                    <a:pt x="6602" y="1562"/>
                  </a:cubicBezTo>
                  <a:cubicBezTo>
                    <a:pt x="5529" y="2700"/>
                    <a:pt x="4293" y="3708"/>
                    <a:pt x="3123" y="4749"/>
                  </a:cubicBezTo>
                  <a:cubicBezTo>
                    <a:pt x="2974" y="4867"/>
                    <a:pt x="2860" y="4925"/>
                    <a:pt x="2761" y="4925"/>
                  </a:cubicBezTo>
                  <a:cubicBezTo>
                    <a:pt x="2642" y="4925"/>
                    <a:pt x="2546" y="4843"/>
                    <a:pt x="2440" y="4684"/>
                  </a:cubicBezTo>
                  <a:cubicBezTo>
                    <a:pt x="2114" y="4196"/>
                    <a:pt x="1789" y="3741"/>
                    <a:pt x="1431" y="3318"/>
                  </a:cubicBezTo>
                  <a:cubicBezTo>
                    <a:pt x="1243" y="3067"/>
                    <a:pt x="987" y="2937"/>
                    <a:pt x="751" y="2937"/>
                  </a:cubicBezTo>
                  <a:cubicBezTo>
                    <a:pt x="620" y="2937"/>
                    <a:pt x="495" y="2977"/>
                    <a:pt x="391" y="3058"/>
                  </a:cubicBezTo>
                  <a:cubicBezTo>
                    <a:pt x="66" y="3285"/>
                    <a:pt x="1" y="3773"/>
                    <a:pt x="293" y="4196"/>
                  </a:cubicBezTo>
                  <a:cubicBezTo>
                    <a:pt x="846" y="4911"/>
                    <a:pt x="1334" y="5692"/>
                    <a:pt x="1919" y="6375"/>
                  </a:cubicBezTo>
                  <a:cubicBezTo>
                    <a:pt x="2149" y="6657"/>
                    <a:pt x="2398" y="6796"/>
                    <a:pt x="2655" y="6796"/>
                  </a:cubicBezTo>
                  <a:cubicBezTo>
                    <a:pt x="2872" y="6796"/>
                    <a:pt x="3095" y="6698"/>
                    <a:pt x="3318" y="6505"/>
                  </a:cubicBezTo>
                  <a:cubicBezTo>
                    <a:pt x="4228" y="5789"/>
                    <a:pt x="5074" y="5042"/>
                    <a:pt x="5919" y="4261"/>
                  </a:cubicBezTo>
                  <a:cubicBezTo>
                    <a:pt x="6277" y="3903"/>
                    <a:pt x="6765" y="3643"/>
                    <a:pt x="6992" y="3123"/>
                  </a:cubicBezTo>
                  <a:cubicBezTo>
                    <a:pt x="7350" y="2765"/>
                    <a:pt x="7708" y="2375"/>
                    <a:pt x="8098" y="2017"/>
                  </a:cubicBezTo>
                  <a:cubicBezTo>
                    <a:pt x="8131" y="1952"/>
                    <a:pt x="8163" y="1887"/>
                    <a:pt x="8228" y="1855"/>
                  </a:cubicBezTo>
                  <a:cubicBezTo>
                    <a:pt x="8586" y="1594"/>
                    <a:pt x="8813" y="1237"/>
                    <a:pt x="9074" y="879"/>
                  </a:cubicBezTo>
                  <a:cubicBezTo>
                    <a:pt x="9431" y="391"/>
                    <a:pt x="9074" y="34"/>
                    <a:pt x="826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7"/>
            <p:cNvSpPr/>
            <p:nvPr/>
          </p:nvSpPr>
          <p:spPr>
            <a:xfrm>
              <a:off x="6592753" y="3613928"/>
              <a:ext cx="412323" cy="412374"/>
            </a:xfrm>
            <a:custGeom>
              <a:avLst/>
              <a:gdLst/>
              <a:ahLst/>
              <a:cxnLst/>
              <a:rect l="l" t="t" r="r" b="b"/>
              <a:pathLst>
                <a:path w="8065" h="8066" extrusionOk="0">
                  <a:moveTo>
                    <a:pt x="455" y="0"/>
                  </a:moveTo>
                  <a:cubicBezTo>
                    <a:pt x="98" y="0"/>
                    <a:pt x="0" y="98"/>
                    <a:pt x="0" y="456"/>
                  </a:cubicBezTo>
                  <a:cubicBezTo>
                    <a:pt x="0" y="2862"/>
                    <a:pt x="0" y="5236"/>
                    <a:pt x="0" y="7610"/>
                  </a:cubicBezTo>
                  <a:cubicBezTo>
                    <a:pt x="0" y="7968"/>
                    <a:pt x="98" y="8065"/>
                    <a:pt x="455" y="8065"/>
                  </a:cubicBezTo>
                  <a:lnTo>
                    <a:pt x="7545" y="8065"/>
                  </a:lnTo>
                  <a:cubicBezTo>
                    <a:pt x="7870" y="8065"/>
                    <a:pt x="8000" y="7968"/>
                    <a:pt x="8000" y="7643"/>
                  </a:cubicBezTo>
                  <a:cubicBezTo>
                    <a:pt x="7967" y="5887"/>
                    <a:pt x="7967" y="4098"/>
                    <a:pt x="7967" y="2342"/>
                  </a:cubicBezTo>
                  <a:cubicBezTo>
                    <a:pt x="6732" y="3415"/>
                    <a:pt x="5528" y="4488"/>
                    <a:pt x="4293" y="5529"/>
                  </a:cubicBezTo>
                  <a:cubicBezTo>
                    <a:pt x="4004" y="5803"/>
                    <a:pt x="3793" y="5941"/>
                    <a:pt x="3597" y="5941"/>
                  </a:cubicBezTo>
                  <a:cubicBezTo>
                    <a:pt x="3374" y="5941"/>
                    <a:pt x="3171" y="5762"/>
                    <a:pt x="2894" y="5399"/>
                  </a:cubicBezTo>
                  <a:cubicBezTo>
                    <a:pt x="2374" y="4716"/>
                    <a:pt x="1886" y="4000"/>
                    <a:pt x="1398" y="3317"/>
                  </a:cubicBezTo>
                  <a:cubicBezTo>
                    <a:pt x="1138" y="2992"/>
                    <a:pt x="1073" y="2635"/>
                    <a:pt x="1431" y="2374"/>
                  </a:cubicBezTo>
                  <a:cubicBezTo>
                    <a:pt x="1557" y="2290"/>
                    <a:pt x="1676" y="2254"/>
                    <a:pt x="1788" y="2254"/>
                  </a:cubicBezTo>
                  <a:cubicBezTo>
                    <a:pt x="2021" y="2254"/>
                    <a:pt x="2220" y="2414"/>
                    <a:pt x="2374" y="2635"/>
                  </a:cubicBezTo>
                  <a:cubicBezTo>
                    <a:pt x="2732" y="3122"/>
                    <a:pt x="3089" y="3610"/>
                    <a:pt x="3415" y="4098"/>
                  </a:cubicBezTo>
                  <a:cubicBezTo>
                    <a:pt x="3525" y="4282"/>
                    <a:pt x="3625" y="4382"/>
                    <a:pt x="3744" y="4382"/>
                  </a:cubicBezTo>
                  <a:cubicBezTo>
                    <a:pt x="3835" y="4382"/>
                    <a:pt x="3938" y="4323"/>
                    <a:pt x="4065" y="4195"/>
                  </a:cubicBezTo>
                  <a:cubicBezTo>
                    <a:pt x="4585" y="3708"/>
                    <a:pt x="5171" y="3252"/>
                    <a:pt x="5691" y="2765"/>
                  </a:cubicBezTo>
                  <a:cubicBezTo>
                    <a:pt x="6504" y="2017"/>
                    <a:pt x="7382" y="1334"/>
                    <a:pt x="8065" y="456"/>
                  </a:cubicBezTo>
                  <a:cubicBezTo>
                    <a:pt x="7967" y="228"/>
                    <a:pt x="7902" y="0"/>
                    <a:pt x="7545" y="0"/>
                  </a:cubicBezTo>
                  <a:cubicBezTo>
                    <a:pt x="6753" y="11"/>
                    <a:pt x="5966" y="15"/>
                    <a:pt x="5179" y="15"/>
                  </a:cubicBezTo>
                  <a:cubicBezTo>
                    <a:pt x="3606" y="15"/>
                    <a:pt x="2038" y="0"/>
                    <a:pt x="4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7"/>
            <p:cNvSpPr/>
            <p:nvPr/>
          </p:nvSpPr>
          <p:spPr>
            <a:xfrm>
              <a:off x="5914427" y="2943935"/>
              <a:ext cx="1812228" cy="370758"/>
            </a:xfrm>
            <a:custGeom>
              <a:avLst/>
              <a:gdLst/>
              <a:ahLst/>
              <a:cxnLst/>
              <a:rect l="l" t="t" r="r" b="b"/>
              <a:pathLst>
                <a:path w="35447" h="7252" extrusionOk="0">
                  <a:moveTo>
                    <a:pt x="0" y="0"/>
                  </a:moveTo>
                  <a:lnTo>
                    <a:pt x="0" y="7252"/>
                  </a:lnTo>
                  <a:lnTo>
                    <a:pt x="35446" y="7252"/>
                  </a:lnTo>
                  <a:lnTo>
                    <a:pt x="3544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7"/>
            <p:cNvSpPr/>
            <p:nvPr/>
          </p:nvSpPr>
          <p:spPr>
            <a:xfrm>
              <a:off x="6358294" y="1867191"/>
              <a:ext cx="1050823" cy="1008594"/>
            </a:xfrm>
            <a:custGeom>
              <a:avLst/>
              <a:gdLst/>
              <a:ahLst/>
              <a:cxnLst/>
              <a:rect l="l" t="t" r="r" b="b"/>
              <a:pathLst>
                <a:path w="20554" h="19728" extrusionOk="0">
                  <a:moveTo>
                    <a:pt x="10044" y="1"/>
                  </a:moveTo>
                  <a:cubicBezTo>
                    <a:pt x="9878" y="1"/>
                    <a:pt x="9760" y="137"/>
                    <a:pt x="9562" y="444"/>
                  </a:cubicBezTo>
                  <a:cubicBezTo>
                    <a:pt x="8911" y="1517"/>
                    <a:pt x="8261" y="2590"/>
                    <a:pt x="7610" y="3696"/>
                  </a:cubicBezTo>
                  <a:cubicBezTo>
                    <a:pt x="5984" y="6330"/>
                    <a:pt x="4358" y="8964"/>
                    <a:pt x="2765" y="11598"/>
                  </a:cubicBezTo>
                  <a:cubicBezTo>
                    <a:pt x="1887" y="12996"/>
                    <a:pt x="1041" y="14427"/>
                    <a:pt x="163" y="15825"/>
                  </a:cubicBezTo>
                  <a:cubicBezTo>
                    <a:pt x="1" y="16118"/>
                    <a:pt x="33" y="16248"/>
                    <a:pt x="326" y="16476"/>
                  </a:cubicBezTo>
                  <a:cubicBezTo>
                    <a:pt x="749" y="16736"/>
                    <a:pt x="4976" y="19468"/>
                    <a:pt x="5236" y="19598"/>
                  </a:cubicBezTo>
                  <a:cubicBezTo>
                    <a:pt x="5497" y="19695"/>
                    <a:pt x="5757" y="19728"/>
                    <a:pt x="6017" y="19728"/>
                  </a:cubicBezTo>
                  <a:lnTo>
                    <a:pt x="11838" y="19728"/>
                  </a:lnTo>
                  <a:cubicBezTo>
                    <a:pt x="12131" y="19728"/>
                    <a:pt x="12391" y="19728"/>
                    <a:pt x="12618" y="19565"/>
                  </a:cubicBezTo>
                  <a:cubicBezTo>
                    <a:pt x="12781" y="19435"/>
                    <a:pt x="12911" y="19273"/>
                    <a:pt x="13009" y="19077"/>
                  </a:cubicBezTo>
                  <a:cubicBezTo>
                    <a:pt x="13074" y="18947"/>
                    <a:pt x="14992" y="15500"/>
                    <a:pt x="15448" y="14785"/>
                  </a:cubicBezTo>
                  <a:cubicBezTo>
                    <a:pt x="17074" y="12151"/>
                    <a:pt x="18700" y="9517"/>
                    <a:pt x="20358" y="6883"/>
                  </a:cubicBezTo>
                  <a:cubicBezTo>
                    <a:pt x="20553" y="6557"/>
                    <a:pt x="20553" y="6330"/>
                    <a:pt x="20195" y="6135"/>
                  </a:cubicBezTo>
                  <a:cubicBezTo>
                    <a:pt x="19382" y="5647"/>
                    <a:pt x="18602" y="5159"/>
                    <a:pt x="17822" y="4671"/>
                  </a:cubicBezTo>
                  <a:cubicBezTo>
                    <a:pt x="15415" y="3208"/>
                    <a:pt x="13009" y="1712"/>
                    <a:pt x="10602" y="249"/>
                  </a:cubicBezTo>
                  <a:cubicBezTo>
                    <a:pt x="10341" y="89"/>
                    <a:pt x="10177" y="1"/>
                    <a:pt x="100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7"/>
            <p:cNvSpPr/>
            <p:nvPr/>
          </p:nvSpPr>
          <p:spPr>
            <a:xfrm>
              <a:off x="6559471" y="2064431"/>
              <a:ext cx="645146" cy="753174"/>
            </a:xfrm>
            <a:custGeom>
              <a:avLst/>
              <a:gdLst/>
              <a:ahLst/>
              <a:cxnLst/>
              <a:rect l="l" t="t" r="r" b="b"/>
              <a:pathLst>
                <a:path w="12619" h="14732" extrusionOk="0">
                  <a:moveTo>
                    <a:pt x="7220" y="0"/>
                  </a:moveTo>
                  <a:cubicBezTo>
                    <a:pt x="7025" y="65"/>
                    <a:pt x="6927" y="195"/>
                    <a:pt x="6830" y="358"/>
                  </a:cubicBezTo>
                  <a:cubicBezTo>
                    <a:pt x="6472" y="976"/>
                    <a:pt x="6082" y="1626"/>
                    <a:pt x="5692" y="2244"/>
                  </a:cubicBezTo>
                  <a:cubicBezTo>
                    <a:pt x="3968" y="5073"/>
                    <a:pt x="2212" y="7902"/>
                    <a:pt x="456" y="10699"/>
                  </a:cubicBezTo>
                  <a:cubicBezTo>
                    <a:pt x="1" y="11447"/>
                    <a:pt x="66" y="11610"/>
                    <a:pt x="814" y="12065"/>
                  </a:cubicBezTo>
                  <a:cubicBezTo>
                    <a:pt x="2179" y="12878"/>
                    <a:pt x="3545" y="13723"/>
                    <a:pt x="4944" y="14569"/>
                  </a:cubicBezTo>
                  <a:cubicBezTo>
                    <a:pt x="5115" y="14669"/>
                    <a:pt x="5267" y="14731"/>
                    <a:pt x="5407" y="14731"/>
                  </a:cubicBezTo>
                  <a:cubicBezTo>
                    <a:pt x="5584" y="14731"/>
                    <a:pt x="5741" y="14629"/>
                    <a:pt x="5887" y="14374"/>
                  </a:cubicBezTo>
                  <a:cubicBezTo>
                    <a:pt x="6407" y="13463"/>
                    <a:pt x="6960" y="12585"/>
                    <a:pt x="7513" y="11707"/>
                  </a:cubicBezTo>
                  <a:cubicBezTo>
                    <a:pt x="9106" y="9106"/>
                    <a:pt x="10700" y="6504"/>
                    <a:pt x="12326" y="3903"/>
                  </a:cubicBezTo>
                  <a:cubicBezTo>
                    <a:pt x="12618" y="3480"/>
                    <a:pt x="12521" y="3285"/>
                    <a:pt x="12130" y="3025"/>
                  </a:cubicBezTo>
                  <a:cubicBezTo>
                    <a:pt x="10537" y="2049"/>
                    <a:pt x="8944" y="1073"/>
                    <a:pt x="7383" y="98"/>
                  </a:cubicBezTo>
                  <a:cubicBezTo>
                    <a:pt x="7318" y="65"/>
                    <a:pt x="7253" y="33"/>
                    <a:pt x="72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7"/>
            <p:cNvSpPr/>
            <p:nvPr/>
          </p:nvSpPr>
          <p:spPr>
            <a:xfrm>
              <a:off x="7164637" y="1896486"/>
              <a:ext cx="380779" cy="157976"/>
            </a:xfrm>
            <a:custGeom>
              <a:avLst/>
              <a:gdLst/>
              <a:ahLst/>
              <a:cxnLst/>
              <a:rect l="l" t="t" r="r" b="b"/>
              <a:pathLst>
                <a:path w="7448" h="3090" extrusionOk="0">
                  <a:moveTo>
                    <a:pt x="7448" y="1"/>
                  </a:moveTo>
                  <a:lnTo>
                    <a:pt x="7448" y="1"/>
                  </a:lnTo>
                  <a:cubicBezTo>
                    <a:pt x="5034" y="2215"/>
                    <a:pt x="3882" y="2648"/>
                    <a:pt x="3017" y="2648"/>
                  </a:cubicBezTo>
                  <a:cubicBezTo>
                    <a:pt x="2462" y="2648"/>
                    <a:pt x="2026" y="2469"/>
                    <a:pt x="1450" y="2469"/>
                  </a:cubicBezTo>
                  <a:cubicBezTo>
                    <a:pt x="1172" y="2469"/>
                    <a:pt x="861" y="2511"/>
                    <a:pt x="489" y="2635"/>
                  </a:cubicBezTo>
                  <a:cubicBezTo>
                    <a:pt x="391" y="2667"/>
                    <a:pt x="293" y="2732"/>
                    <a:pt x="196" y="2797"/>
                  </a:cubicBezTo>
                  <a:cubicBezTo>
                    <a:pt x="131" y="2830"/>
                    <a:pt x="66" y="2862"/>
                    <a:pt x="1" y="2895"/>
                  </a:cubicBezTo>
                  <a:cubicBezTo>
                    <a:pt x="163" y="2960"/>
                    <a:pt x="326" y="2993"/>
                    <a:pt x="521" y="3058"/>
                  </a:cubicBezTo>
                  <a:cubicBezTo>
                    <a:pt x="698" y="3074"/>
                    <a:pt x="930" y="3089"/>
                    <a:pt x="1206" y="3089"/>
                  </a:cubicBezTo>
                  <a:cubicBezTo>
                    <a:pt x="1993" y="3089"/>
                    <a:pt x="3139" y="2970"/>
                    <a:pt x="4391" y="2440"/>
                  </a:cubicBezTo>
                  <a:cubicBezTo>
                    <a:pt x="6049" y="1692"/>
                    <a:pt x="7025" y="554"/>
                    <a:pt x="7448" y="1"/>
                  </a:cubicBezTo>
                  <a:close/>
                </a:path>
              </a:pathLst>
            </a:custGeom>
            <a:solidFill>
              <a:srgbClr val="7B38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17"/>
            <p:cNvSpPr/>
            <p:nvPr/>
          </p:nvSpPr>
          <p:spPr>
            <a:xfrm>
              <a:off x="6842090" y="1658754"/>
              <a:ext cx="932776" cy="562017"/>
            </a:xfrm>
            <a:custGeom>
              <a:avLst/>
              <a:gdLst/>
              <a:ahLst/>
              <a:cxnLst/>
              <a:rect l="l" t="t" r="r" b="b"/>
              <a:pathLst>
                <a:path w="18245" h="10993" extrusionOk="0">
                  <a:moveTo>
                    <a:pt x="6375" y="7578"/>
                  </a:moveTo>
                  <a:cubicBezTo>
                    <a:pt x="6389" y="7580"/>
                    <a:pt x="6403" y="7582"/>
                    <a:pt x="6418" y="7584"/>
                  </a:cubicBezTo>
                  <a:lnTo>
                    <a:pt x="6418" y="7584"/>
                  </a:lnTo>
                  <a:cubicBezTo>
                    <a:pt x="6414" y="7582"/>
                    <a:pt x="6411" y="7580"/>
                    <a:pt x="6407" y="7578"/>
                  </a:cubicBezTo>
                  <a:close/>
                  <a:moveTo>
                    <a:pt x="17236" y="0"/>
                  </a:moveTo>
                  <a:cubicBezTo>
                    <a:pt x="12326" y="33"/>
                    <a:pt x="3643" y="3285"/>
                    <a:pt x="1627" y="4098"/>
                  </a:cubicBezTo>
                  <a:cubicBezTo>
                    <a:pt x="1" y="4456"/>
                    <a:pt x="3318" y="5301"/>
                    <a:pt x="3806" y="5919"/>
                  </a:cubicBezTo>
                  <a:cubicBezTo>
                    <a:pt x="3318" y="6797"/>
                    <a:pt x="2375" y="7545"/>
                    <a:pt x="1952" y="8358"/>
                  </a:cubicBezTo>
                  <a:cubicBezTo>
                    <a:pt x="1952" y="8358"/>
                    <a:pt x="1985" y="8358"/>
                    <a:pt x="1985" y="8391"/>
                  </a:cubicBezTo>
                  <a:cubicBezTo>
                    <a:pt x="2082" y="8423"/>
                    <a:pt x="2180" y="8488"/>
                    <a:pt x="2245" y="8553"/>
                  </a:cubicBezTo>
                  <a:cubicBezTo>
                    <a:pt x="3112" y="9252"/>
                    <a:pt x="1911" y="10480"/>
                    <a:pt x="958" y="10480"/>
                  </a:cubicBezTo>
                  <a:cubicBezTo>
                    <a:pt x="802" y="10480"/>
                    <a:pt x="654" y="10447"/>
                    <a:pt x="521" y="10374"/>
                  </a:cubicBezTo>
                  <a:lnTo>
                    <a:pt x="521" y="10374"/>
                  </a:lnTo>
                  <a:cubicBezTo>
                    <a:pt x="131" y="10927"/>
                    <a:pt x="1204" y="10927"/>
                    <a:pt x="1594" y="10992"/>
                  </a:cubicBezTo>
                  <a:cubicBezTo>
                    <a:pt x="3968" y="10992"/>
                    <a:pt x="4619" y="8781"/>
                    <a:pt x="6245" y="7610"/>
                  </a:cubicBezTo>
                  <a:cubicBezTo>
                    <a:pt x="6245" y="7578"/>
                    <a:pt x="6277" y="7578"/>
                    <a:pt x="6310" y="7545"/>
                  </a:cubicBezTo>
                  <a:cubicBezTo>
                    <a:pt x="6375" y="7512"/>
                    <a:pt x="6440" y="7480"/>
                    <a:pt x="6505" y="7415"/>
                  </a:cubicBezTo>
                  <a:cubicBezTo>
                    <a:pt x="6570" y="7382"/>
                    <a:pt x="6668" y="7317"/>
                    <a:pt x="6765" y="7285"/>
                  </a:cubicBezTo>
                  <a:cubicBezTo>
                    <a:pt x="7149" y="7159"/>
                    <a:pt x="7467" y="7117"/>
                    <a:pt x="7751" y="7117"/>
                  </a:cubicBezTo>
                  <a:cubicBezTo>
                    <a:pt x="8320" y="7117"/>
                    <a:pt x="8752" y="7286"/>
                    <a:pt x="9297" y="7286"/>
                  </a:cubicBezTo>
                  <a:cubicBezTo>
                    <a:pt x="10163" y="7286"/>
                    <a:pt x="11314" y="6859"/>
                    <a:pt x="13757" y="4651"/>
                  </a:cubicBezTo>
                  <a:lnTo>
                    <a:pt x="13757" y="4651"/>
                  </a:lnTo>
                  <a:cubicBezTo>
                    <a:pt x="13724" y="4683"/>
                    <a:pt x="13692" y="4716"/>
                    <a:pt x="13659" y="4748"/>
                  </a:cubicBezTo>
                  <a:cubicBezTo>
                    <a:pt x="13204" y="5334"/>
                    <a:pt x="12261" y="6407"/>
                    <a:pt x="10667" y="7057"/>
                  </a:cubicBezTo>
                  <a:cubicBezTo>
                    <a:pt x="9560" y="7554"/>
                    <a:pt x="8508" y="7680"/>
                    <a:pt x="7690" y="7680"/>
                  </a:cubicBezTo>
                  <a:cubicBezTo>
                    <a:pt x="7144" y="7680"/>
                    <a:pt x="6702" y="7624"/>
                    <a:pt x="6418" y="7584"/>
                  </a:cubicBezTo>
                  <a:lnTo>
                    <a:pt x="6418" y="7584"/>
                  </a:lnTo>
                  <a:cubicBezTo>
                    <a:pt x="6807" y="7811"/>
                    <a:pt x="7323" y="8134"/>
                    <a:pt x="7936" y="8553"/>
                  </a:cubicBezTo>
                  <a:cubicBezTo>
                    <a:pt x="9184" y="9424"/>
                    <a:pt x="9785" y="10010"/>
                    <a:pt x="10385" y="10010"/>
                  </a:cubicBezTo>
                  <a:cubicBezTo>
                    <a:pt x="10457" y="10010"/>
                    <a:pt x="10529" y="10001"/>
                    <a:pt x="10602" y="9984"/>
                  </a:cubicBezTo>
                  <a:cubicBezTo>
                    <a:pt x="10863" y="9886"/>
                    <a:pt x="10960" y="9756"/>
                    <a:pt x="11318" y="9431"/>
                  </a:cubicBezTo>
                  <a:cubicBezTo>
                    <a:pt x="11578" y="9138"/>
                    <a:pt x="12749" y="8098"/>
                    <a:pt x="13919" y="7480"/>
                  </a:cubicBezTo>
                  <a:cubicBezTo>
                    <a:pt x="14570" y="7122"/>
                    <a:pt x="15448" y="6862"/>
                    <a:pt x="16749" y="6830"/>
                  </a:cubicBezTo>
                  <a:lnTo>
                    <a:pt x="16879" y="6830"/>
                  </a:lnTo>
                  <a:cubicBezTo>
                    <a:pt x="17295" y="6830"/>
                    <a:pt x="17586" y="6871"/>
                    <a:pt x="17769" y="6871"/>
                  </a:cubicBezTo>
                  <a:cubicBezTo>
                    <a:pt x="17815" y="6871"/>
                    <a:pt x="17854" y="6869"/>
                    <a:pt x="17887" y="6862"/>
                  </a:cubicBezTo>
                  <a:lnTo>
                    <a:pt x="17919" y="6862"/>
                  </a:lnTo>
                  <a:cubicBezTo>
                    <a:pt x="18179" y="6830"/>
                    <a:pt x="18179" y="6634"/>
                    <a:pt x="18212" y="5789"/>
                  </a:cubicBezTo>
                  <a:cubicBezTo>
                    <a:pt x="18244" y="3805"/>
                    <a:pt x="17854" y="1822"/>
                    <a:pt x="17399" y="0"/>
                  </a:cubicBezTo>
                  <a:close/>
                </a:path>
              </a:pathLst>
            </a:custGeom>
            <a:solidFill>
              <a:srgbClr val="954C3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7"/>
            <p:cNvSpPr/>
            <p:nvPr/>
          </p:nvSpPr>
          <p:spPr>
            <a:xfrm>
              <a:off x="7696695" y="2006404"/>
              <a:ext cx="61554" cy="62168"/>
            </a:xfrm>
            <a:custGeom>
              <a:avLst/>
              <a:gdLst/>
              <a:ahLst/>
              <a:cxnLst/>
              <a:rect l="l" t="t" r="r" b="b"/>
              <a:pathLst>
                <a:path w="1204" h="1216" extrusionOk="0">
                  <a:moveTo>
                    <a:pt x="317" y="1"/>
                  </a:moveTo>
                  <a:cubicBezTo>
                    <a:pt x="213" y="1"/>
                    <a:pt x="108" y="8"/>
                    <a:pt x="0" y="30"/>
                  </a:cubicBezTo>
                  <a:cubicBezTo>
                    <a:pt x="33" y="30"/>
                    <a:pt x="33" y="30"/>
                    <a:pt x="33" y="62"/>
                  </a:cubicBezTo>
                  <a:cubicBezTo>
                    <a:pt x="65" y="95"/>
                    <a:pt x="98" y="127"/>
                    <a:pt x="98" y="192"/>
                  </a:cubicBezTo>
                  <a:cubicBezTo>
                    <a:pt x="163" y="517"/>
                    <a:pt x="325" y="778"/>
                    <a:pt x="553" y="1005"/>
                  </a:cubicBezTo>
                  <a:cubicBezTo>
                    <a:pt x="635" y="1087"/>
                    <a:pt x="717" y="1215"/>
                    <a:pt x="857" y="1215"/>
                  </a:cubicBezTo>
                  <a:cubicBezTo>
                    <a:pt x="884" y="1215"/>
                    <a:pt x="912" y="1211"/>
                    <a:pt x="943" y="1200"/>
                  </a:cubicBezTo>
                  <a:cubicBezTo>
                    <a:pt x="1073" y="843"/>
                    <a:pt x="1138" y="452"/>
                    <a:pt x="1203" y="62"/>
                  </a:cubicBezTo>
                  <a:cubicBezTo>
                    <a:pt x="1106" y="62"/>
                    <a:pt x="1008" y="30"/>
                    <a:pt x="943" y="30"/>
                  </a:cubicBezTo>
                  <a:cubicBezTo>
                    <a:pt x="726" y="30"/>
                    <a:pt x="524" y="1"/>
                    <a:pt x="317" y="1"/>
                  </a:cubicBezTo>
                  <a:close/>
                </a:path>
              </a:pathLst>
            </a:custGeom>
            <a:solidFill>
              <a:srgbClr val="2736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7"/>
            <p:cNvSpPr/>
            <p:nvPr/>
          </p:nvSpPr>
          <p:spPr>
            <a:xfrm>
              <a:off x="6868726" y="2086006"/>
              <a:ext cx="114776" cy="112833"/>
            </a:xfrm>
            <a:custGeom>
              <a:avLst/>
              <a:gdLst/>
              <a:ahLst/>
              <a:cxnLst/>
              <a:rect l="l" t="t" r="r" b="b"/>
              <a:pathLst>
                <a:path w="2245" h="2207" extrusionOk="0">
                  <a:moveTo>
                    <a:pt x="1431" y="1"/>
                  </a:moveTo>
                  <a:cubicBezTo>
                    <a:pt x="976" y="684"/>
                    <a:pt x="488" y="1367"/>
                    <a:pt x="0" y="2017"/>
                  </a:cubicBezTo>
                  <a:cubicBezTo>
                    <a:pt x="69" y="2063"/>
                    <a:pt x="349" y="2206"/>
                    <a:pt x="691" y="2206"/>
                  </a:cubicBezTo>
                  <a:cubicBezTo>
                    <a:pt x="833" y="2206"/>
                    <a:pt x="986" y="2182"/>
                    <a:pt x="1138" y="2115"/>
                  </a:cubicBezTo>
                  <a:cubicBezTo>
                    <a:pt x="1464" y="1985"/>
                    <a:pt x="1626" y="1757"/>
                    <a:pt x="1756" y="1594"/>
                  </a:cubicBezTo>
                  <a:cubicBezTo>
                    <a:pt x="1919" y="1367"/>
                    <a:pt x="2244" y="912"/>
                    <a:pt x="2082" y="554"/>
                  </a:cubicBezTo>
                  <a:cubicBezTo>
                    <a:pt x="1984" y="294"/>
                    <a:pt x="1594" y="99"/>
                    <a:pt x="1496" y="34"/>
                  </a:cubicBezTo>
                  <a:cubicBezTo>
                    <a:pt x="1464" y="1"/>
                    <a:pt x="1464" y="1"/>
                    <a:pt x="1431" y="1"/>
                  </a:cubicBezTo>
                  <a:close/>
                </a:path>
              </a:pathLst>
            </a:custGeom>
            <a:solidFill>
              <a:srgbClr val="F8A5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7"/>
            <p:cNvSpPr/>
            <p:nvPr/>
          </p:nvSpPr>
          <p:spPr>
            <a:xfrm>
              <a:off x="7723280" y="1658754"/>
              <a:ext cx="51585" cy="350871"/>
            </a:xfrm>
            <a:custGeom>
              <a:avLst/>
              <a:gdLst/>
              <a:ahLst/>
              <a:cxnLst/>
              <a:rect l="l" t="t" r="r" b="b"/>
              <a:pathLst>
                <a:path w="1009" h="6863" extrusionOk="0">
                  <a:moveTo>
                    <a:pt x="0" y="0"/>
                  </a:moveTo>
                  <a:cubicBezTo>
                    <a:pt x="228" y="748"/>
                    <a:pt x="358" y="1496"/>
                    <a:pt x="488" y="2244"/>
                  </a:cubicBezTo>
                  <a:cubicBezTo>
                    <a:pt x="586" y="2765"/>
                    <a:pt x="683" y="3317"/>
                    <a:pt x="716" y="3870"/>
                  </a:cubicBezTo>
                  <a:cubicBezTo>
                    <a:pt x="846" y="4846"/>
                    <a:pt x="911" y="5854"/>
                    <a:pt x="683" y="6862"/>
                  </a:cubicBezTo>
                  <a:cubicBezTo>
                    <a:pt x="943" y="6830"/>
                    <a:pt x="943" y="6634"/>
                    <a:pt x="976" y="5789"/>
                  </a:cubicBezTo>
                  <a:cubicBezTo>
                    <a:pt x="1008" y="3805"/>
                    <a:pt x="618" y="1822"/>
                    <a:pt x="163" y="0"/>
                  </a:cubicBezTo>
                  <a:close/>
                </a:path>
              </a:pathLst>
            </a:custGeom>
            <a:solidFill>
              <a:srgbClr val="4253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7"/>
            <p:cNvSpPr/>
            <p:nvPr/>
          </p:nvSpPr>
          <p:spPr>
            <a:xfrm>
              <a:off x="7719957" y="1307935"/>
              <a:ext cx="1907014" cy="760996"/>
            </a:xfrm>
            <a:custGeom>
              <a:avLst/>
              <a:gdLst/>
              <a:ahLst/>
              <a:cxnLst/>
              <a:rect l="l" t="t" r="r" b="b"/>
              <a:pathLst>
                <a:path w="37301" h="14885" extrusionOk="0">
                  <a:moveTo>
                    <a:pt x="33463" y="1"/>
                  </a:moveTo>
                  <a:lnTo>
                    <a:pt x="11642" y="4228"/>
                  </a:lnTo>
                  <a:lnTo>
                    <a:pt x="11642" y="4261"/>
                  </a:lnTo>
                  <a:cubicBezTo>
                    <a:pt x="11252" y="4326"/>
                    <a:pt x="10862" y="4391"/>
                    <a:pt x="10472" y="4456"/>
                  </a:cubicBezTo>
                  <a:cubicBezTo>
                    <a:pt x="9919" y="4554"/>
                    <a:pt x="9333" y="4684"/>
                    <a:pt x="8748" y="4781"/>
                  </a:cubicBezTo>
                  <a:cubicBezTo>
                    <a:pt x="8163" y="4911"/>
                    <a:pt x="7545" y="5009"/>
                    <a:pt x="6927" y="5139"/>
                  </a:cubicBezTo>
                  <a:cubicBezTo>
                    <a:pt x="6504" y="5204"/>
                    <a:pt x="6049" y="5302"/>
                    <a:pt x="5626" y="5399"/>
                  </a:cubicBezTo>
                  <a:cubicBezTo>
                    <a:pt x="5073" y="5497"/>
                    <a:pt x="4488" y="5627"/>
                    <a:pt x="3935" y="5757"/>
                  </a:cubicBezTo>
                  <a:cubicBezTo>
                    <a:pt x="3350" y="5854"/>
                    <a:pt x="2765" y="5952"/>
                    <a:pt x="2212" y="6082"/>
                  </a:cubicBezTo>
                  <a:cubicBezTo>
                    <a:pt x="1594" y="6180"/>
                    <a:pt x="976" y="6342"/>
                    <a:pt x="391" y="6440"/>
                  </a:cubicBezTo>
                  <a:cubicBezTo>
                    <a:pt x="0" y="6505"/>
                    <a:pt x="0" y="6505"/>
                    <a:pt x="65" y="6830"/>
                  </a:cubicBezTo>
                  <a:cubicBezTo>
                    <a:pt x="65" y="6862"/>
                    <a:pt x="65" y="6862"/>
                    <a:pt x="65" y="6862"/>
                  </a:cubicBezTo>
                  <a:lnTo>
                    <a:pt x="228" y="6862"/>
                  </a:lnTo>
                  <a:cubicBezTo>
                    <a:pt x="683" y="8684"/>
                    <a:pt x="1073" y="10667"/>
                    <a:pt x="1041" y="12651"/>
                  </a:cubicBezTo>
                  <a:cubicBezTo>
                    <a:pt x="1008" y="13464"/>
                    <a:pt x="1008" y="13692"/>
                    <a:pt x="748" y="13724"/>
                  </a:cubicBezTo>
                  <a:cubicBezTo>
                    <a:pt x="683" y="14114"/>
                    <a:pt x="618" y="14505"/>
                    <a:pt x="488" y="14862"/>
                  </a:cubicBezTo>
                  <a:cubicBezTo>
                    <a:pt x="582" y="14878"/>
                    <a:pt x="678" y="14884"/>
                    <a:pt x="775" y="14884"/>
                  </a:cubicBezTo>
                  <a:cubicBezTo>
                    <a:pt x="1082" y="14884"/>
                    <a:pt x="1403" y="14822"/>
                    <a:pt x="1724" y="14797"/>
                  </a:cubicBezTo>
                  <a:cubicBezTo>
                    <a:pt x="1919" y="14797"/>
                    <a:pt x="4195" y="14635"/>
                    <a:pt x="4878" y="14570"/>
                  </a:cubicBezTo>
                  <a:cubicBezTo>
                    <a:pt x="5529" y="14505"/>
                    <a:pt x="10244" y="14147"/>
                    <a:pt x="10992" y="14082"/>
                  </a:cubicBezTo>
                  <a:cubicBezTo>
                    <a:pt x="11740" y="14049"/>
                    <a:pt x="12488" y="13952"/>
                    <a:pt x="13236" y="13919"/>
                  </a:cubicBezTo>
                  <a:cubicBezTo>
                    <a:pt x="13333" y="13887"/>
                    <a:pt x="13431" y="13887"/>
                    <a:pt x="13529" y="13887"/>
                  </a:cubicBezTo>
                  <a:cubicBezTo>
                    <a:pt x="14211" y="13854"/>
                    <a:pt x="14862" y="13757"/>
                    <a:pt x="15545" y="13724"/>
                  </a:cubicBezTo>
                  <a:cubicBezTo>
                    <a:pt x="16195" y="13692"/>
                    <a:pt x="16878" y="13659"/>
                    <a:pt x="17528" y="13594"/>
                  </a:cubicBezTo>
                  <a:cubicBezTo>
                    <a:pt x="18211" y="13529"/>
                    <a:pt x="18894" y="13529"/>
                    <a:pt x="19577" y="13431"/>
                  </a:cubicBezTo>
                  <a:cubicBezTo>
                    <a:pt x="19599" y="13421"/>
                    <a:pt x="19621" y="13417"/>
                    <a:pt x="19642" y="13417"/>
                  </a:cubicBezTo>
                  <a:cubicBezTo>
                    <a:pt x="19686" y="13417"/>
                    <a:pt x="19729" y="13431"/>
                    <a:pt x="19772" y="13431"/>
                  </a:cubicBezTo>
                  <a:lnTo>
                    <a:pt x="19870" y="13431"/>
                  </a:lnTo>
                  <a:cubicBezTo>
                    <a:pt x="25691" y="12944"/>
                    <a:pt x="31512" y="12456"/>
                    <a:pt x="37300" y="11968"/>
                  </a:cubicBezTo>
                  <a:cubicBezTo>
                    <a:pt x="36032" y="7968"/>
                    <a:pt x="34731" y="4001"/>
                    <a:pt x="334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DA93FAC0-2E00-4D86-2D4F-6E0994B1F8C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9914" y="2886898"/>
            <a:ext cx="698280" cy="589389"/>
          </a:xfrm>
          <a:prstGeom prst="rect">
            <a:avLst/>
          </a:prstGeom>
        </p:spPr>
      </p:pic>
      <p:sp>
        <p:nvSpPr>
          <p:cNvPr id="6" name="TextBox 7">
            <a:extLst>
              <a:ext uri="{FF2B5EF4-FFF2-40B4-BE49-F238E27FC236}">
                <a16:creationId xmlns:a16="http://schemas.microsoft.com/office/drawing/2014/main" id="{F6061886-64A8-3E85-5A68-5CD018C0F2A2}"/>
              </a:ext>
            </a:extLst>
          </p:cNvPr>
          <p:cNvSpPr txBox="1"/>
          <p:nvPr/>
        </p:nvSpPr>
        <p:spPr>
          <a:xfrm>
            <a:off x="182024" y="3508921"/>
            <a:ext cx="4615969" cy="38414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3120"/>
              </a:spcAft>
            </a:pPr>
            <a:r>
              <a:rPr b="1" dirty="0" err="1">
                <a:solidFill>
                  <a:srgbClr val="60A5FA"/>
                </a:solidFill>
                <a:latin typeface="Poppins"/>
              </a:rPr>
              <a:t>Rapprocher</a:t>
            </a:r>
            <a:r>
              <a:rPr b="1" dirty="0">
                <a:solidFill>
                  <a:srgbClr val="60A5FA"/>
                </a:solidFill>
                <a:latin typeface="Poppins"/>
              </a:rPr>
              <a:t> le </a:t>
            </a:r>
            <a:r>
              <a:rPr b="1" dirty="0" err="1">
                <a:solidFill>
                  <a:srgbClr val="60A5FA"/>
                </a:solidFill>
                <a:latin typeface="Poppins"/>
              </a:rPr>
              <a:t>citoyen</a:t>
            </a:r>
            <a:r>
              <a:rPr b="1" dirty="0">
                <a:solidFill>
                  <a:srgbClr val="60A5FA"/>
                </a:solidFill>
                <a:latin typeface="Poppins"/>
              </a:rPr>
              <a:t> de son vote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9857607F-03DD-ACA7-5DDA-A4B4A9340F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92" y="92861"/>
            <a:ext cx="1348348" cy="1124053"/>
          </a:xfrm>
          <a:prstGeom prst="rect">
            <a:avLst/>
          </a:prstGeom>
        </p:spPr>
      </p:pic>
      <p:pic>
        <p:nvPicPr>
          <p:cNvPr id="1026" name="Picture 2" descr="MP3 Cameroon - MP3 Cameroon added a new photo.">
            <a:extLst>
              <a:ext uri="{FF2B5EF4-FFF2-40B4-BE49-F238E27FC236}">
                <a16:creationId xmlns:a16="http://schemas.microsoft.com/office/drawing/2014/main" id="{4F2EBA8F-E8E9-5409-509F-141C60DCF7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0255" y="23903"/>
            <a:ext cx="1348348" cy="1348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Google Shape;52;p17">
            <a:extLst>
              <a:ext uri="{FF2B5EF4-FFF2-40B4-BE49-F238E27FC236}">
                <a16:creationId xmlns:a16="http://schemas.microsoft.com/office/drawing/2014/main" id="{6C2E3376-9F0D-426E-E44F-745911282A65}"/>
              </a:ext>
            </a:extLst>
          </p:cNvPr>
          <p:cNvSpPr txBox="1">
            <a:spLocks/>
          </p:cNvSpPr>
          <p:nvPr/>
        </p:nvSpPr>
        <p:spPr>
          <a:xfrm>
            <a:off x="1407540" y="-73700"/>
            <a:ext cx="6194601" cy="1707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Fira Sans Extra Condensed SemiBold"/>
              <a:buNone/>
              <a:defRPr sz="52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marR="0" lvl="1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Fira Sans Extra Condensed SemiBold"/>
              <a:buNone/>
              <a:defRPr sz="47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2pPr>
            <a:lvl3pPr marR="0" lvl="2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Fira Sans Extra Condensed SemiBold"/>
              <a:buNone/>
              <a:defRPr sz="47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3pPr>
            <a:lvl4pPr marR="0" lvl="3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Fira Sans Extra Condensed SemiBold"/>
              <a:buNone/>
              <a:defRPr sz="47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4pPr>
            <a:lvl5pPr marR="0" lvl="4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Fira Sans Extra Condensed SemiBold"/>
              <a:buNone/>
              <a:defRPr sz="47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5pPr>
            <a:lvl6pPr marR="0" lvl="5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Fira Sans Extra Condensed SemiBold"/>
              <a:buNone/>
              <a:defRPr sz="47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6pPr>
            <a:lvl7pPr marR="0" lvl="6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Fira Sans Extra Condensed SemiBold"/>
              <a:buNone/>
              <a:defRPr sz="47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7pPr>
            <a:lvl8pPr marR="0" lvl="7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Fira Sans Extra Condensed SemiBold"/>
              <a:buNone/>
              <a:defRPr sz="47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8pPr>
            <a:lvl9pPr marR="0" lvl="8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Fira Sans Extra Condensed SemiBold"/>
              <a:buNone/>
              <a:defRPr sz="4700" b="0" i="0" u="none" strike="noStrike" cap="none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9pPr>
          </a:lstStyle>
          <a:p>
            <a:pPr algn="ctr"/>
            <a:r>
              <a:rPr lang="en-US" sz="3600" dirty="0"/>
              <a:t>HACKATHON DATA4CHANGE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6" name="Google Shape;2316;p38"/>
          <p:cNvGrpSpPr/>
          <p:nvPr/>
        </p:nvGrpSpPr>
        <p:grpSpPr>
          <a:xfrm>
            <a:off x="416256" y="1300370"/>
            <a:ext cx="2174775" cy="3273925"/>
            <a:chOff x="457200" y="1457325"/>
            <a:chExt cx="2174775" cy="3273925"/>
          </a:xfrm>
        </p:grpSpPr>
        <p:sp>
          <p:nvSpPr>
            <p:cNvPr id="2317" name="Google Shape;2317;p38"/>
            <p:cNvSpPr/>
            <p:nvPr/>
          </p:nvSpPr>
          <p:spPr>
            <a:xfrm>
              <a:off x="1623825" y="2663800"/>
              <a:ext cx="195975" cy="860975"/>
            </a:xfrm>
            <a:custGeom>
              <a:avLst/>
              <a:gdLst/>
              <a:ahLst/>
              <a:cxnLst/>
              <a:rect l="l" t="t" r="r" b="b"/>
              <a:pathLst>
                <a:path w="7839" h="34439" extrusionOk="0">
                  <a:moveTo>
                    <a:pt x="2993" y="1"/>
                  </a:moveTo>
                  <a:lnTo>
                    <a:pt x="1" y="2114"/>
                  </a:lnTo>
                  <a:cubicBezTo>
                    <a:pt x="2667" y="6537"/>
                    <a:pt x="4196" y="11708"/>
                    <a:pt x="4196" y="17203"/>
                  </a:cubicBezTo>
                  <a:cubicBezTo>
                    <a:pt x="4196" y="22732"/>
                    <a:pt x="2667" y="27902"/>
                    <a:pt x="1" y="32325"/>
                  </a:cubicBezTo>
                  <a:lnTo>
                    <a:pt x="2993" y="34439"/>
                  </a:lnTo>
                  <a:cubicBezTo>
                    <a:pt x="6082" y="29431"/>
                    <a:pt x="7838" y="23512"/>
                    <a:pt x="7838" y="17203"/>
                  </a:cubicBezTo>
                  <a:cubicBezTo>
                    <a:pt x="7838" y="10927"/>
                    <a:pt x="6050" y="5041"/>
                    <a:pt x="299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38"/>
            <p:cNvSpPr/>
            <p:nvPr/>
          </p:nvSpPr>
          <p:spPr>
            <a:xfrm>
              <a:off x="995400" y="2269500"/>
              <a:ext cx="644725" cy="364250"/>
            </a:xfrm>
            <a:custGeom>
              <a:avLst/>
              <a:gdLst/>
              <a:ahLst/>
              <a:cxnLst/>
              <a:rect l="l" t="t" r="r" b="b"/>
              <a:pathLst>
                <a:path w="25789" h="14570" extrusionOk="0">
                  <a:moveTo>
                    <a:pt x="0" y="1"/>
                  </a:moveTo>
                  <a:lnTo>
                    <a:pt x="0" y="3675"/>
                  </a:lnTo>
                  <a:cubicBezTo>
                    <a:pt x="9171" y="3675"/>
                    <a:pt x="17398" y="7935"/>
                    <a:pt x="22796" y="14569"/>
                  </a:cubicBezTo>
                  <a:lnTo>
                    <a:pt x="25788" y="12456"/>
                  </a:lnTo>
                  <a:cubicBezTo>
                    <a:pt x="19740" y="4878"/>
                    <a:pt x="10439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19" name="Google Shape;2319;p38"/>
            <p:cNvSpPr/>
            <p:nvPr/>
          </p:nvSpPr>
          <p:spPr>
            <a:xfrm>
              <a:off x="995400" y="3555650"/>
              <a:ext cx="644725" cy="363425"/>
            </a:xfrm>
            <a:custGeom>
              <a:avLst/>
              <a:gdLst/>
              <a:ahLst/>
              <a:cxnLst/>
              <a:rect l="l" t="t" r="r" b="b"/>
              <a:pathLst>
                <a:path w="25789" h="14537" extrusionOk="0">
                  <a:moveTo>
                    <a:pt x="22764" y="0"/>
                  </a:moveTo>
                  <a:cubicBezTo>
                    <a:pt x="17398" y="6634"/>
                    <a:pt x="9171" y="10862"/>
                    <a:pt x="0" y="10862"/>
                  </a:cubicBezTo>
                  <a:lnTo>
                    <a:pt x="0" y="14537"/>
                  </a:lnTo>
                  <a:cubicBezTo>
                    <a:pt x="10406" y="14537"/>
                    <a:pt x="19740" y="9659"/>
                    <a:pt x="25788" y="2082"/>
                  </a:cubicBezTo>
                  <a:lnTo>
                    <a:pt x="227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38"/>
            <p:cNvSpPr/>
            <p:nvPr/>
          </p:nvSpPr>
          <p:spPr>
            <a:xfrm>
              <a:off x="995400" y="1457325"/>
              <a:ext cx="1310550" cy="978050"/>
            </a:xfrm>
            <a:custGeom>
              <a:avLst/>
              <a:gdLst/>
              <a:ahLst/>
              <a:cxnLst/>
              <a:rect l="l" t="t" r="r" b="b"/>
              <a:pathLst>
                <a:path w="52422" h="39122" extrusionOk="0">
                  <a:moveTo>
                    <a:pt x="0" y="1"/>
                  </a:moveTo>
                  <a:lnTo>
                    <a:pt x="0" y="22374"/>
                  </a:lnTo>
                  <a:cubicBezTo>
                    <a:pt x="13854" y="22374"/>
                    <a:pt x="26211" y="28943"/>
                    <a:pt x="34081" y="39122"/>
                  </a:cubicBezTo>
                  <a:lnTo>
                    <a:pt x="52422" y="26309"/>
                  </a:lnTo>
                  <a:cubicBezTo>
                    <a:pt x="40455" y="10342"/>
                    <a:pt x="21431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38"/>
            <p:cNvSpPr/>
            <p:nvPr/>
          </p:nvSpPr>
          <p:spPr>
            <a:xfrm>
              <a:off x="1905950" y="2197950"/>
              <a:ext cx="726025" cy="1792675"/>
            </a:xfrm>
            <a:custGeom>
              <a:avLst/>
              <a:gdLst/>
              <a:ahLst/>
              <a:cxnLst/>
              <a:rect l="l" t="t" r="r" b="b"/>
              <a:pathLst>
                <a:path w="29041" h="71707" extrusionOk="0">
                  <a:moveTo>
                    <a:pt x="18341" y="1"/>
                  </a:moveTo>
                  <a:lnTo>
                    <a:pt x="0" y="12814"/>
                  </a:lnTo>
                  <a:cubicBezTo>
                    <a:pt x="4228" y="19480"/>
                    <a:pt x="6699" y="27382"/>
                    <a:pt x="6699" y="35870"/>
                  </a:cubicBezTo>
                  <a:cubicBezTo>
                    <a:pt x="6699" y="44325"/>
                    <a:pt x="4228" y="52227"/>
                    <a:pt x="0" y="58894"/>
                  </a:cubicBezTo>
                  <a:lnTo>
                    <a:pt x="18341" y="71706"/>
                  </a:lnTo>
                  <a:cubicBezTo>
                    <a:pt x="25105" y="61398"/>
                    <a:pt x="29040" y="49073"/>
                    <a:pt x="29040" y="35870"/>
                  </a:cubicBezTo>
                  <a:cubicBezTo>
                    <a:pt x="29040" y="22634"/>
                    <a:pt x="25105" y="10310"/>
                    <a:pt x="1834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38"/>
            <p:cNvSpPr/>
            <p:nvPr/>
          </p:nvSpPr>
          <p:spPr>
            <a:xfrm>
              <a:off x="995400" y="3753200"/>
              <a:ext cx="1310550" cy="978050"/>
            </a:xfrm>
            <a:custGeom>
              <a:avLst/>
              <a:gdLst/>
              <a:ahLst/>
              <a:cxnLst/>
              <a:rect l="l" t="t" r="r" b="b"/>
              <a:pathLst>
                <a:path w="52422" h="39122" extrusionOk="0">
                  <a:moveTo>
                    <a:pt x="34081" y="1"/>
                  </a:moveTo>
                  <a:cubicBezTo>
                    <a:pt x="26178" y="10179"/>
                    <a:pt x="13854" y="16781"/>
                    <a:pt x="0" y="16781"/>
                  </a:cubicBezTo>
                  <a:lnTo>
                    <a:pt x="0" y="39122"/>
                  </a:lnTo>
                  <a:cubicBezTo>
                    <a:pt x="21398" y="39122"/>
                    <a:pt x="40455" y="28781"/>
                    <a:pt x="52422" y="12846"/>
                  </a:cubicBezTo>
                  <a:lnTo>
                    <a:pt x="3408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38"/>
            <p:cNvSpPr/>
            <p:nvPr/>
          </p:nvSpPr>
          <p:spPr>
            <a:xfrm>
              <a:off x="457200" y="2556475"/>
              <a:ext cx="1076425" cy="1075625"/>
            </a:xfrm>
            <a:custGeom>
              <a:avLst/>
              <a:gdLst/>
              <a:ahLst/>
              <a:cxnLst/>
              <a:rect l="l" t="t" r="r" b="b"/>
              <a:pathLst>
                <a:path w="43057" h="43025" extrusionOk="0">
                  <a:moveTo>
                    <a:pt x="21528" y="1"/>
                  </a:moveTo>
                  <a:cubicBezTo>
                    <a:pt x="9626" y="1"/>
                    <a:pt x="0" y="9627"/>
                    <a:pt x="0" y="21529"/>
                  </a:cubicBezTo>
                  <a:cubicBezTo>
                    <a:pt x="0" y="33399"/>
                    <a:pt x="9626" y="43024"/>
                    <a:pt x="21528" y="43024"/>
                  </a:cubicBezTo>
                  <a:cubicBezTo>
                    <a:pt x="33398" y="43024"/>
                    <a:pt x="43056" y="33399"/>
                    <a:pt x="43056" y="21529"/>
                  </a:cubicBezTo>
                  <a:cubicBezTo>
                    <a:pt x="43056" y="9627"/>
                    <a:pt x="33398" y="1"/>
                    <a:pt x="215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38"/>
            <p:cNvSpPr txBox="1"/>
            <p:nvPr/>
          </p:nvSpPr>
          <p:spPr>
            <a:xfrm>
              <a:off x="1377025" y="1590650"/>
              <a:ext cx="4035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dirty="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1</a:t>
              </a:r>
              <a:endParaRPr dirty="0"/>
            </a:p>
          </p:txBody>
        </p:sp>
        <p:sp>
          <p:nvSpPr>
            <p:cNvPr id="2325" name="Google Shape;2325;p38"/>
            <p:cNvSpPr txBox="1"/>
            <p:nvPr/>
          </p:nvSpPr>
          <p:spPr>
            <a:xfrm>
              <a:off x="1377025" y="4010575"/>
              <a:ext cx="4035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3</a:t>
              </a:r>
              <a:endParaRPr/>
            </a:p>
          </p:txBody>
        </p:sp>
        <p:sp>
          <p:nvSpPr>
            <p:cNvPr id="2326" name="Google Shape;2326;p38"/>
            <p:cNvSpPr txBox="1"/>
            <p:nvPr/>
          </p:nvSpPr>
          <p:spPr>
            <a:xfrm>
              <a:off x="2146075" y="2817650"/>
              <a:ext cx="4035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2</a:t>
              </a:r>
              <a:endParaRPr/>
            </a:p>
          </p:txBody>
        </p:sp>
      </p:grpSp>
      <p:sp>
        <p:nvSpPr>
          <p:cNvPr id="2328" name="Google Shape;2328;p38"/>
          <p:cNvSpPr/>
          <p:nvPr/>
        </p:nvSpPr>
        <p:spPr>
          <a:xfrm>
            <a:off x="3039506" y="1300370"/>
            <a:ext cx="927300" cy="927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29" name="Google Shape;2329;p38"/>
          <p:cNvGrpSpPr/>
          <p:nvPr/>
        </p:nvGrpSpPr>
        <p:grpSpPr>
          <a:xfrm>
            <a:off x="4370281" y="1382420"/>
            <a:ext cx="4705479" cy="763200"/>
            <a:chOff x="4411225" y="1539375"/>
            <a:chExt cx="4705479" cy="763200"/>
          </a:xfrm>
        </p:grpSpPr>
        <p:sp>
          <p:nvSpPr>
            <p:cNvPr id="2330" name="Google Shape;2330;p38"/>
            <p:cNvSpPr txBox="1"/>
            <p:nvPr/>
          </p:nvSpPr>
          <p:spPr>
            <a:xfrm>
              <a:off x="4411225" y="1715025"/>
              <a:ext cx="1963500" cy="4119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dirty="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Contexte</a:t>
              </a:r>
              <a:endParaRPr sz="1500" dirty="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2331" name="Google Shape;2331;p38"/>
            <p:cNvSpPr txBox="1"/>
            <p:nvPr/>
          </p:nvSpPr>
          <p:spPr>
            <a:xfrm>
              <a:off x="6778199" y="1539375"/>
              <a:ext cx="2338505" cy="76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7150" tIns="18275" rIns="91425" bIns="91425" anchor="t" anchorCtr="0">
              <a:noAutofit/>
            </a:bodyPr>
            <a:lstStyle/>
            <a:p>
              <a:pPr algn="just">
                <a:lnSpc>
                  <a:spcPts val="2080"/>
                </a:lnSpc>
              </a:pPr>
              <a:r>
                <a:rPr lang="fr-FR" sz="900" dirty="0">
                  <a:solidFill>
                    <a:schemeClr val="tx1"/>
                  </a:solidFill>
                  <a:latin typeface="Inter"/>
                </a:rPr>
                <a:t>Les citoyens ne savent pas où s'inscrire ;</a:t>
              </a:r>
            </a:p>
            <a:p>
              <a:pPr algn="just">
                <a:lnSpc>
                  <a:spcPts val="2080"/>
                </a:lnSpc>
              </a:pPr>
              <a:r>
                <a:rPr lang="fr-FR" sz="900" dirty="0">
                  <a:solidFill>
                    <a:schemeClr val="tx1"/>
                  </a:solidFill>
                  <a:latin typeface="Inter"/>
                </a:rPr>
                <a:t>Les données électorales par bureau restent fragmentées et non numériques.</a:t>
              </a:r>
            </a:p>
            <a:p>
              <a:pPr algn="just">
                <a:lnSpc>
                  <a:spcPts val="2080"/>
                </a:lnSpc>
              </a:pPr>
              <a:endParaRPr lang="fr-FR" sz="900" dirty="0">
                <a:solidFill>
                  <a:schemeClr val="tx1"/>
                </a:solidFill>
                <a:latin typeface="Inter"/>
              </a:endParaRPr>
            </a:p>
          </p:txBody>
        </p:sp>
      </p:grpSp>
      <p:sp>
        <p:nvSpPr>
          <p:cNvPr id="2332" name="Google Shape;2332;p38"/>
          <p:cNvSpPr/>
          <p:nvPr/>
        </p:nvSpPr>
        <p:spPr>
          <a:xfrm>
            <a:off x="3039506" y="3652345"/>
            <a:ext cx="927300" cy="927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33" name="Google Shape;2333;p38"/>
          <p:cNvGrpSpPr/>
          <p:nvPr/>
        </p:nvGrpSpPr>
        <p:grpSpPr>
          <a:xfrm>
            <a:off x="4370281" y="3734395"/>
            <a:ext cx="4685009" cy="763200"/>
            <a:chOff x="4411225" y="3891350"/>
            <a:chExt cx="4685009" cy="763200"/>
          </a:xfrm>
        </p:grpSpPr>
        <p:sp>
          <p:nvSpPr>
            <p:cNvPr id="2334" name="Google Shape;2334;p38"/>
            <p:cNvSpPr txBox="1"/>
            <p:nvPr/>
          </p:nvSpPr>
          <p:spPr>
            <a:xfrm>
              <a:off x="4411225" y="4067000"/>
              <a:ext cx="1963500" cy="411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dirty="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Solution</a:t>
              </a:r>
              <a:endParaRPr sz="1500" dirty="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2335" name="Google Shape;2335;p38"/>
            <p:cNvSpPr txBox="1"/>
            <p:nvPr/>
          </p:nvSpPr>
          <p:spPr>
            <a:xfrm>
              <a:off x="6778200" y="3891350"/>
              <a:ext cx="2318034" cy="76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7150" tIns="18275" rIns="91425" bIns="91425" anchor="t" anchorCtr="0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fr-FR" sz="900" dirty="0">
                  <a:solidFill>
                    <a:schemeClr val="tx1"/>
                  </a:solidFill>
                  <a:latin typeface="Inter"/>
                </a:rPr>
                <a:t>Développer un outil numérique intuitif qui lève les barrières logistiques au vote et reconnecte le citoyen a son écosystème politique local.</a:t>
              </a:r>
            </a:p>
          </p:txBody>
        </p:sp>
      </p:grpSp>
      <p:sp>
        <p:nvSpPr>
          <p:cNvPr id="2336" name="Google Shape;2336;p38"/>
          <p:cNvSpPr/>
          <p:nvPr/>
        </p:nvSpPr>
        <p:spPr>
          <a:xfrm>
            <a:off x="3039506" y="2476358"/>
            <a:ext cx="927300" cy="9273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37" name="Google Shape;2337;p38"/>
          <p:cNvGrpSpPr/>
          <p:nvPr/>
        </p:nvGrpSpPr>
        <p:grpSpPr>
          <a:xfrm>
            <a:off x="4370281" y="2558408"/>
            <a:ext cx="4657713" cy="763200"/>
            <a:chOff x="4411225" y="2715363"/>
            <a:chExt cx="4657713" cy="763200"/>
          </a:xfrm>
        </p:grpSpPr>
        <p:sp>
          <p:nvSpPr>
            <p:cNvPr id="2338" name="Google Shape;2338;p38"/>
            <p:cNvSpPr txBox="1"/>
            <p:nvPr/>
          </p:nvSpPr>
          <p:spPr>
            <a:xfrm>
              <a:off x="4411225" y="2891013"/>
              <a:ext cx="1963500" cy="411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dirty="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Problematique</a:t>
              </a:r>
              <a:endParaRPr sz="1500" dirty="0">
                <a:solidFill>
                  <a:schemeClr val="l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2339" name="Google Shape;2339;p38"/>
            <p:cNvSpPr txBox="1"/>
            <p:nvPr/>
          </p:nvSpPr>
          <p:spPr>
            <a:xfrm>
              <a:off x="6778200" y="2715363"/>
              <a:ext cx="2290738" cy="76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7150" tIns="1827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fr-FR" sz="900" dirty="0">
                <a:solidFill>
                  <a:srgbClr val="C00000"/>
                </a:solidFill>
                <a:latin typeface="Inter"/>
                <a:ea typeface="Roboto"/>
                <a:cs typeface="Roboto"/>
                <a:sym typeface="Roboto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900" dirty="0">
                  <a:solidFill>
                    <a:srgbClr val="C00000"/>
                  </a:solidFill>
                  <a:latin typeface="Inter"/>
                  <a:ea typeface="Roboto"/>
                  <a:cs typeface="Roboto"/>
                  <a:sym typeface="Roboto"/>
                </a:rPr>
                <a:t>Comment réduire le fossé informationnel entre le citoyen et le processus électoral pour faire reculer l’abstention ?</a:t>
              </a:r>
              <a:endParaRPr sz="900" dirty="0">
                <a:solidFill>
                  <a:srgbClr val="C00000"/>
                </a:solidFill>
                <a:latin typeface="Inter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2340" name="Google Shape;2340;p38"/>
          <p:cNvCxnSpPr>
            <a:stCxn id="2328" idx="6"/>
            <a:endCxn id="2330" idx="1"/>
          </p:cNvCxnSpPr>
          <p:nvPr/>
        </p:nvCxnSpPr>
        <p:spPr>
          <a:xfrm>
            <a:off x="3966806" y="1764020"/>
            <a:ext cx="403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341" name="Google Shape;2341;p38"/>
          <p:cNvCxnSpPr>
            <a:stCxn id="2336" idx="6"/>
            <a:endCxn id="2338" idx="1"/>
          </p:cNvCxnSpPr>
          <p:nvPr/>
        </p:nvCxnSpPr>
        <p:spPr>
          <a:xfrm>
            <a:off x="3966806" y="2940008"/>
            <a:ext cx="403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342" name="Google Shape;2342;p38"/>
          <p:cNvCxnSpPr>
            <a:stCxn id="2332" idx="6"/>
            <a:endCxn id="2334" idx="1"/>
          </p:cNvCxnSpPr>
          <p:nvPr/>
        </p:nvCxnSpPr>
        <p:spPr>
          <a:xfrm>
            <a:off x="3966806" y="4115995"/>
            <a:ext cx="403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343" name="Google Shape;2343;p38"/>
          <p:cNvCxnSpPr>
            <a:cxnSpLocks/>
            <a:stCxn id="2330" idx="3"/>
            <a:endCxn id="2331" idx="1"/>
          </p:cNvCxnSpPr>
          <p:nvPr/>
        </p:nvCxnSpPr>
        <p:spPr>
          <a:xfrm>
            <a:off x="6333781" y="1764020"/>
            <a:ext cx="403474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344" name="Google Shape;2344;p38"/>
          <p:cNvCxnSpPr>
            <a:cxnSpLocks/>
            <a:stCxn id="2338" idx="3"/>
            <a:endCxn id="2339" idx="1"/>
          </p:cNvCxnSpPr>
          <p:nvPr/>
        </p:nvCxnSpPr>
        <p:spPr>
          <a:xfrm>
            <a:off x="6333781" y="2940008"/>
            <a:ext cx="403475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345" name="Google Shape;2345;p38"/>
          <p:cNvCxnSpPr>
            <a:cxnSpLocks/>
            <a:stCxn id="2334" idx="3"/>
            <a:endCxn id="2335" idx="1"/>
          </p:cNvCxnSpPr>
          <p:nvPr/>
        </p:nvCxnSpPr>
        <p:spPr>
          <a:xfrm>
            <a:off x="6333781" y="4115995"/>
            <a:ext cx="403475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2346" name="Google Shape;2346;p38"/>
          <p:cNvSpPr txBox="1"/>
          <p:nvPr/>
        </p:nvSpPr>
        <p:spPr>
          <a:xfrm>
            <a:off x="457200" y="736587"/>
            <a:ext cx="8229600" cy="3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fr-FR" sz="1000" i="1" dirty="0"/>
              <a:t>Des élections crédibles et transparentes sont le fondement de toute démocratie  --- Kofi Annan</a:t>
            </a:r>
            <a:endParaRPr sz="1000" i="1" dirty="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2347" name="Google Shape;2347;p38"/>
          <p:cNvGrpSpPr/>
          <p:nvPr/>
        </p:nvGrpSpPr>
        <p:grpSpPr>
          <a:xfrm>
            <a:off x="3228832" y="3856627"/>
            <a:ext cx="548648" cy="518736"/>
            <a:chOff x="5379834" y="1661864"/>
            <a:chExt cx="502931" cy="472738"/>
          </a:xfrm>
        </p:grpSpPr>
        <p:sp>
          <p:nvSpPr>
            <p:cNvPr id="2348" name="Google Shape;2348;p38"/>
            <p:cNvSpPr/>
            <p:nvPr/>
          </p:nvSpPr>
          <p:spPr>
            <a:xfrm>
              <a:off x="5540414" y="1800986"/>
              <a:ext cx="111545" cy="135875"/>
            </a:xfrm>
            <a:custGeom>
              <a:avLst/>
              <a:gdLst/>
              <a:ahLst/>
              <a:cxnLst/>
              <a:rect l="l" t="t" r="r" b="b"/>
              <a:pathLst>
                <a:path w="3253" h="4017" extrusionOk="0">
                  <a:moveTo>
                    <a:pt x="2016" y="1"/>
                  </a:moveTo>
                  <a:cubicBezTo>
                    <a:pt x="1886" y="1"/>
                    <a:pt x="1756" y="50"/>
                    <a:pt x="1659" y="147"/>
                  </a:cubicBezTo>
                  <a:lnTo>
                    <a:pt x="683" y="1123"/>
                  </a:lnTo>
                  <a:cubicBezTo>
                    <a:pt x="0" y="1806"/>
                    <a:pt x="0" y="2846"/>
                    <a:pt x="683" y="3529"/>
                  </a:cubicBezTo>
                  <a:cubicBezTo>
                    <a:pt x="1008" y="3854"/>
                    <a:pt x="1431" y="4017"/>
                    <a:pt x="1854" y="4017"/>
                  </a:cubicBezTo>
                  <a:cubicBezTo>
                    <a:pt x="2309" y="4017"/>
                    <a:pt x="2732" y="3854"/>
                    <a:pt x="3057" y="3529"/>
                  </a:cubicBezTo>
                  <a:cubicBezTo>
                    <a:pt x="3252" y="3302"/>
                    <a:pt x="3252" y="2976"/>
                    <a:pt x="3057" y="2781"/>
                  </a:cubicBezTo>
                  <a:cubicBezTo>
                    <a:pt x="2960" y="2684"/>
                    <a:pt x="2829" y="2635"/>
                    <a:pt x="2699" y="2635"/>
                  </a:cubicBezTo>
                  <a:cubicBezTo>
                    <a:pt x="2569" y="2635"/>
                    <a:pt x="2439" y="2684"/>
                    <a:pt x="2342" y="2781"/>
                  </a:cubicBezTo>
                  <a:cubicBezTo>
                    <a:pt x="2212" y="2911"/>
                    <a:pt x="2041" y="2976"/>
                    <a:pt x="1870" y="2976"/>
                  </a:cubicBezTo>
                  <a:cubicBezTo>
                    <a:pt x="1699" y="2976"/>
                    <a:pt x="1529" y="2911"/>
                    <a:pt x="1399" y="2781"/>
                  </a:cubicBezTo>
                  <a:cubicBezTo>
                    <a:pt x="1138" y="2521"/>
                    <a:pt x="1138" y="2131"/>
                    <a:pt x="1399" y="1871"/>
                  </a:cubicBezTo>
                  <a:lnTo>
                    <a:pt x="2374" y="863"/>
                  </a:lnTo>
                  <a:cubicBezTo>
                    <a:pt x="2602" y="667"/>
                    <a:pt x="2602" y="342"/>
                    <a:pt x="2374" y="147"/>
                  </a:cubicBezTo>
                  <a:cubicBezTo>
                    <a:pt x="2277" y="50"/>
                    <a:pt x="2147" y="1"/>
                    <a:pt x="20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38"/>
            <p:cNvSpPr/>
            <p:nvPr/>
          </p:nvSpPr>
          <p:spPr>
            <a:xfrm>
              <a:off x="5540414" y="1800783"/>
              <a:ext cx="78078" cy="136078"/>
            </a:xfrm>
            <a:custGeom>
              <a:avLst/>
              <a:gdLst/>
              <a:ahLst/>
              <a:cxnLst/>
              <a:rect l="l" t="t" r="r" b="b"/>
              <a:pathLst>
                <a:path w="2277" h="4023" extrusionOk="0">
                  <a:moveTo>
                    <a:pt x="2038" y="1"/>
                  </a:moveTo>
                  <a:cubicBezTo>
                    <a:pt x="1900" y="1"/>
                    <a:pt x="1760" y="51"/>
                    <a:pt x="1659" y="153"/>
                  </a:cubicBezTo>
                  <a:lnTo>
                    <a:pt x="683" y="1129"/>
                  </a:lnTo>
                  <a:cubicBezTo>
                    <a:pt x="0" y="1812"/>
                    <a:pt x="0" y="2852"/>
                    <a:pt x="683" y="3535"/>
                  </a:cubicBezTo>
                  <a:cubicBezTo>
                    <a:pt x="1008" y="3860"/>
                    <a:pt x="1431" y="4023"/>
                    <a:pt x="1854" y="4023"/>
                  </a:cubicBezTo>
                  <a:cubicBezTo>
                    <a:pt x="1984" y="4023"/>
                    <a:pt x="2114" y="3990"/>
                    <a:pt x="2244" y="3990"/>
                  </a:cubicBezTo>
                  <a:cubicBezTo>
                    <a:pt x="1854" y="3925"/>
                    <a:pt x="1496" y="3763"/>
                    <a:pt x="1203" y="3503"/>
                  </a:cubicBezTo>
                  <a:cubicBezTo>
                    <a:pt x="553" y="2852"/>
                    <a:pt x="553" y="1779"/>
                    <a:pt x="1203" y="1129"/>
                  </a:cubicBezTo>
                  <a:lnTo>
                    <a:pt x="2212" y="121"/>
                  </a:lnTo>
                  <a:cubicBezTo>
                    <a:pt x="2212" y="88"/>
                    <a:pt x="2244" y="88"/>
                    <a:pt x="2277" y="56"/>
                  </a:cubicBezTo>
                  <a:cubicBezTo>
                    <a:pt x="2203" y="19"/>
                    <a:pt x="2121" y="1"/>
                    <a:pt x="2038" y="1"/>
                  </a:cubicBezTo>
                  <a:close/>
                </a:path>
              </a:pathLst>
            </a:custGeom>
            <a:solidFill>
              <a:srgbClr val="000000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38"/>
            <p:cNvSpPr/>
            <p:nvPr/>
          </p:nvSpPr>
          <p:spPr>
            <a:xfrm>
              <a:off x="5692044" y="1800445"/>
              <a:ext cx="123821" cy="114430"/>
            </a:xfrm>
            <a:custGeom>
              <a:avLst/>
              <a:gdLst/>
              <a:ahLst/>
              <a:cxnLst/>
              <a:rect l="l" t="t" r="r" b="b"/>
              <a:pathLst>
                <a:path w="3611" h="3383" extrusionOk="0">
                  <a:moveTo>
                    <a:pt x="1920" y="1"/>
                  </a:moveTo>
                  <a:cubicBezTo>
                    <a:pt x="1627" y="1"/>
                    <a:pt x="1399" y="228"/>
                    <a:pt x="1399" y="521"/>
                  </a:cubicBezTo>
                  <a:cubicBezTo>
                    <a:pt x="1399" y="814"/>
                    <a:pt x="1627" y="1041"/>
                    <a:pt x="1920" y="1041"/>
                  </a:cubicBezTo>
                  <a:cubicBezTo>
                    <a:pt x="2277" y="1041"/>
                    <a:pt x="2570" y="1334"/>
                    <a:pt x="2570" y="1692"/>
                  </a:cubicBezTo>
                  <a:cubicBezTo>
                    <a:pt x="2570" y="2049"/>
                    <a:pt x="2277" y="2342"/>
                    <a:pt x="1920" y="2342"/>
                  </a:cubicBezTo>
                  <a:lnTo>
                    <a:pt x="521" y="2342"/>
                  </a:lnTo>
                  <a:cubicBezTo>
                    <a:pt x="229" y="2342"/>
                    <a:pt x="1" y="2570"/>
                    <a:pt x="1" y="2862"/>
                  </a:cubicBezTo>
                  <a:cubicBezTo>
                    <a:pt x="1" y="3155"/>
                    <a:pt x="229" y="3383"/>
                    <a:pt x="521" y="3383"/>
                  </a:cubicBezTo>
                  <a:lnTo>
                    <a:pt x="1920" y="3383"/>
                  </a:lnTo>
                  <a:cubicBezTo>
                    <a:pt x="2830" y="3383"/>
                    <a:pt x="3611" y="2635"/>
                    <a:pt x="3611" y="1692"/>
                  </a:cubicBezTo>
                  <a:cubicBezTo>
                    <a:pt x="3611" y="1236"/>
                    <a:pt x="3415" y="814"/>
                    <a:pt x="3090" y="488"/>
                  </a:cubicBezTo>
                  <a:cubicBezTo>
                    <a:pt x="2798" y="196"/>
                    <a:pt x="2375" y="1"/>
                    <a:pt x="192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38"/>
            <p:cNvSpPr/>
            <p:nvPr/>
          </p:nvSpPr>
          <p:spPr>
            <a:xfrm>
              <a:off x="5757847" y="1835657"/>
              <a:ext cx="41285" cy="44006"/>
            </a:xfrm>
            <a:custGeom>
              <a:avLst/>
              <a:gdLst/>
              <a:ahLst/>
              <a:cxnLst/>
              <a:rect l="l" t="t" r="r" b="b"/>
              <a:pathLst>
                <a:path w="1204" h="1301" extrusionOk="0">
                  <a:moveTo>
                    <a:pt x="1" y="0"/>
                  </a:moveTo>
                  <a:cubicBezTo>
                    <a:pt x="358" y="0"/>
                    <a:pt x="651" y="293"/>
                    <a:pt x="651" y="651"/>
                  </a:cubicBezTo>
                  <a:cubicBezTo>
                    <a:pt x="651" y="1008"/>
                    <a:pt x="358" y="1301"/>
                    <a:pt x="1" y="1301"/>
                  </a:cubicBezTo>
                  <a:lnTo>
                    <a:pt x="553" y="1301"/>
                  </a:lnTo>
                  <a:cubicBezTo>
                    <a:pt x="911" y="1301"/>
                    <a:pt x="1204" y="1008"/>
                    <a:pt x="1204" y="651"/>
                  </a:cubicBezTo>
                  <a:cubicBezTo>
                    <a:pt x="1204" y="293"/>
                    <a:pt x="911" y="0"/>
                    <a:pt x="553" y="0"/>
                  </a:cubicBezTo>
                  <a:close/>
                </a:path>
              </a:pathLst>
            </a:custGeom>
            <a:solidFill>
              <a:srgbClr val="000000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38"/>
            <p:cNvSpPr/>
            <p:nvPr/>
          </p:nvSpPr>
          <p:spPr>
            <a:xfrm>
              <a:off x="5382063" y="1824934"/>
              <a:ext cx="167301" cy="153735"/>
            </a:xfrm>
            <a:custGeom>
              <a:avLst/>
              <a:gdLst/>
              <a:ahLst/>
              <a:cxnLst/>
              <a:rect l="l" t="t" r="r" b="b"/>
              <a:pathLst>
                <a:path w="4879" h="4545" extrusionOk="0">
                  <a:moveTo>
                    <a:pt x="2960" y="1033"/>
                  </a:moveTo>
                  <a:cubicBezTo>
                    <a:pt x="3155" y="1033"/>
                    <a:pt x="3350" y="1098"/>
                    <a:pt x="3480" y="1228"/>
                  </a:cubicBezTo>
                  <a:cubicBezTo>
                    <a:pt x="3643" y="1390"/>
                    <a:pt x="3708" y="1585"/>
                    <a:pt x="3708" y="1781"/>
                  </a:cubicBezTo>
                  <a:cubicBezTo>
                    <a:pt x="3708" y="1976"/>
                    <a:pt x="3643" y="2171"/>
                    <a:pt x="3480" y="2301"/>
                  </a:cubicBezTo>
                  <a:lnTo>
                    <a:pt x="2472" y="3341"/>
                  </a:lnTo>
                  <a:cubicBezTo>
                    <a:pt x="2309" y="3472"/>
                    <a:pt x="2114" y="3537"/>
                    <a:pt x="1919" y="3537"/>
                  </a:cubicBezTo>
                  <a:cubicBezTo>
                    <a:pt x="1724" y="3537"/>
                    <a:pt x="1529" y="3472"/>
                    <a:pt x="1399" y="3341"/>
                  </a:cubicBezTo>
                  <a:cubicBezTo>
                    <a:pt x="1236" y="3179"/>
                    <a:pt x="1171" y="2984"/>
                    <a:pt x="1171" y="2789"/>
                  </a:cubicBezTo>
                  <a:cubicBezTo>
                    <a:pt x="1171" y="2594"/>
                    <a:pt x="1236" y="2398"/>
                    <a:pt x="1399" y="2268"/>
                  </a:cubicBezTo>
                  <a:lnTo>
                    <a:pt x="2407" y="1228"/>
                  </a:lnTo>
                  <a:cubicBezTo>
                    <a:pt x="2570" y="1098"/>
                    <a:pt x="2765" y="1033"/>
                    <a:pt x="2960" y="1033"/>
                  </a:cubicBezTo>
                  <a:close/>
                  <a:moveTo>
                    <a:pt x="2956" y="0"/>
                  </a:moveTo>
                  <a:cubicBezTo>
                    <a:pt x="2504" y="0"/>
                    <a:pt x="2049" y="171"/>
                    <a:pt x="1691" y="512"/>
                  </a:cubicBezTo>
                  <a:lnTo>
                    <a:pt x="683" y="1553"/>
                  </a:lnTo>
                  <a:cubicBezTo>
                    <a:pt x="0" y="2236"/>
                    <a:pt x="0" y="3341"/>
                    <a:pt x="683" y="4057"/>
                  </a:cubicBezTo>
                  <a:cubicBezTo>
                    <a:pt x="1009" y="4382"/>
                    <a:pt x="1464" y="4545"/>
                    <a:pt x="1919" y="4545"/>
                  </a:cubicBezTo>
                  <a:cubicBezTo>
                    <a:pt x="2374" y="4545"/>
                    <a:pt x="2830" y="4382"/>
                    <a:pt x="3155" y="4057"/>
                  </a:cubicBezTo>
                  <a:lnTo>
                    <a:pt x="4195" y="3016"/>
                  </a:lnTo>
                  <a:cubicBezTo>
                    <a:pt x="4878" y="2333"/>
                    <a:pt x="4878" y="1195"/>
                    <a:pt x="4195" y="512"/>
                  </a:cubicBezTo>
                  <a:cubicBezTo>
                    <a:pt x="3854" y="171"/>
                    <a:pt x="3407" y="0"/>
                    <a:pt x="29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38"/>
            <p:cNvSpPr/>
            <p:nvPr/>
          </p:nvSpPr>
          <p:spPr>
            <a:xfrm>
              <a:off x="5437818" y="1874149"/>
              <a:ext cx="84765" cy="83615"/>
            </a:xfrm>
            <a:custGeom>
              <a:avLst/>
              <a:gdLst/>
              <a:ahLst/>
              <a:cxnLst/>
              <a:rect l="l" t="t" r="r" b="b"/>
              <a:pathLst>
                <a:path w="2472" h="2472" extrusionOk="0">
                  <a:moveTo>
                    <a:pt x="2017" y="0"/>
                  </a:moveTo>
                  <a:lnTo>
                    <a:pt x="2017" y="0"/>
                  </a:lnTo>
                  <a:cubicBezTo>
                    <a:pt x="2049" y="98"/>
                    <a:pt x="2082" y="195"/>
                    <a:pt x="2082" y="326"/>
                  </a:cubicBezTo>
                  <a:cubicBezTo>
                    <a:pt x="2082" y="521"/>
                    <a:pt x="2017" y="716"/>
                    <a:pt x="1854" y="846"/>
                  </a:cubicBezTo>
                  <a:lnTo>
                    <a:pt x="846" y="1886"/>
                  </a:lnTo>
                  <a:cubicBezTo>
                    <a:pt x="683" y="2017"/>
                    <a:pt x="488" y="2082"/>
                    <a:pt x="293" y="2082"/>
                  </a:cubicBezTo>
                  <a:cubicBezTo>
                    <a:pt x="196" y="2082"/>
                    <a:pt x="98" y="2082"/>
                    <a:pt x="0" y="2017"/>
                  </a:cubicBezTo>
                  <a:lnTo>
                    <a:pt x="0" y="2017"/>
                  </a:lnTo>
                  <a:cubicBezTo>
                    <a:pt x="33" y="2114"/>
                    <a:pt x="65" y="2179"/>
                    <a:pt x="131" y="2244"/>
                  </a:cubicBezTo>
                  <a:cubicBezTo>
                    <a:pt x="293" y="2407"/>
                    <a:pt x="488" y="2472"/>
                    <a:pt x="683" y="2472"/>
                  </a:cubicBezTo>
                  <a:cubicBezTo>
                    <a:pt x="878" y="2472"/>
                    <a:pt x="1074" y="2407"/>
                    <a:pt x="1204" y="2244"/>
                  </a:cubicBezTo>
                  <a:lnTo>
                    <a:pt x="2244" y="1236"/>
                  </a:lnTo>
                  <a:cubicBezTo>
                    <a:pt x="2374" y="1073"/>
                    <a:pt x="2472" y="911"/>
                    <a:pt x="2472" y="683"/>
                  </a:cubicBezTo>
                  <a:cubicBezTo>
                    <a:pt x="2472" y="488"/>
                    <a:pt x="2374" y="293"/>
                    <a:pt x="2244" y="163"/>
                  </a:cubicBezTo>
                  <a:cubicBezTo>
                    <a:pt x="2179" y="98"/>
                    <a:pt x="2082" y="33"/>
                    <a:pt x="2017" y="0"/>
                  </a:cubicBezTo>
                  <a:close/>
                </a:path>
              </a:pathLst>
            </a:custGeom>
            <a:solidFill>
              <a:srgbClr val="000000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38"/>
            <p:cNvSpPr/>
            <p:nvPr/>
          </p:nvSpPr>
          <p:spPr>
            <a:xfrm>
              <a:off x="5382063" y="1824934"/>
              <a:ext cx="150567" cy="142742"/>
            </a:xfrm>
            <a:custGeom>
              <a:avLst/>
              <a:gdLst/>
              <a:ahLst/>
              <a:cxnLst/>
              <a:rect l="l" t="t" r="r" b="b"/>
              <a:pathLst>
                <a:path w="4391" h="4220" extrusionOk="0">
                  <a:moveTo>
                    <a:pt x="2960" y="0"/>
                  </a:moveTo>
                  <a:cubicBezTo>
                    <a:pt x="2513" y="0"/>
                    <a:pt x="2065" y="171"/>
                    <a:pt x="1724" y="512"/>
                  </a:cubicBezTo>
                  <a:lnTo>
                    <a:pt x="683" y="1553"/>
                  </a:lnTo>
                  <a:cubicBezTo>
                    <a:pt x="0" y="2236"/>
                    <a:pt x="0" y="3341"/>
                    <a:pt x="683" y="4057"/>
                  </a:cubicBezTo>
                  <a:cubicBezTo>
                    <a:pt x="748" y="4122"/>
                    <a:pt x="813" y="4154"/>
                    <a:pt x="878" y="4219"/>
                  </a:cubicBezTo>
                  <a:cubicBezTo>
                    <a:pt x="391" y="3537"/>
                    <a:pt x="423" y="2561"/>
                    <a:pt x="1074" y="1943"/>
                  </a:cubicBezTo>
                  <a:lnTo>
                    <a:pt x="2082" y="902"/>
                  </a:lnTo>
                  <a:cubicBezTo>
                    <a:pt x="2422" y="563"/>
                    <a:pt x="2869" y="390"/>
                    <a:pt x="3323" y="390"/>
                  </a:cubicBezTo>
                  <a:cubicBezTo>
                    <a:pt x="3694" y="390"/>
                    <a:pt x="4069" y="506"/>
                    <a:pt x="4391" y="740"/>
                  </a:cubicBezTo>
                  <a:cubicBezTo>
                    <a:pt x="4326" y="642"/>
                    <a:pt x="4261" y="577"/>
                    <a:pt x="4195" y="512"/>
                  </a:cubicBezTo>
                  <a:cubicBezTo>
                    <a:pt x="3854" y="171"/>
                    <a:pt x="3407" y="0"/>
                    <a:pt x="2960" y="0"/>
                  </a:cubicBezTo>
                  <a:close/>
                </a:path>
              </a:pathLst>
            </a:custGeom>
            <a:solidFill>
              <a:srgbClr val="000000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38"/>
            <p:cNvSpPr/>
            <p:nvPr/>
          </p:nvSpPr>
          <p:spPr>
            <a:xfrm>
              <a:off x="5379834" y="1981104"/>
              <a:ext cx="162843" cy="153498"/>
            </a:xfrm>
            <a:custGeom>
              <a:avLst/>
              <a:gdLst/>
              <a:ahLst/>
              <a:cxnLst/>
              <a:rect l="l" t="t" r="r" b="b"/>
              <a:pathLst>
                <a:path w="4749" h="4538" extrusionOk="0">
                  <a:moveTo>
                    <a:pt x="1789" y="1001"/>
                  </a:moveTo>
                  <a:cubicBezTo>
                    <a:pt x="1984" y="1001"/>
                    <a:pt x="2179" y="1098"/>
                    <a:pt x="2309" y="1228"/>
                  </a:cubicBezTo>
                  <a:lnTo>
                    <a:pt x="3350" y="2269"/>
                  </a:lnTo>
                  <a:cubicBezTo>
                    <a:pt x="3480" y="2399"/>
                    <a:pt x="3545" y="2594"/>
                    <a:pt x="3545" y="2789"/>
                  </a:cubicBezTo>
                  <a:cubicBezTo>
                    <a:pt x="3545" y="2985"/>
                    <a:pt x="3480" y="3180"/>
                    <a:pt x="3350" y="3310"/>
                  </a:cubicBezTo>
                  <a:cubicBezTo>
                    <a:pt x="3187" y="3472"/>
                    <a:pt x="2992" y="3537"/>
                    <a:pt x="2797" y="3537"/>
                  </a:cubicBezTo>
                  <a:cubicBezTo>
                    <a:pt x="2602" y="3537"/>
                    <a:pt x="2407" y="3472"/>
                    <a:pt x="2277" y="3310"/>
                  </a:cubicBezTo>
                  <a:lnTo>
                    <a:pt x="1236" y="2302"/>
                  </a:lnTo>
                  <a:cubicBezTo>
                    <a:pt x="1106" y="2139"/>
                    <a:pt x="1009" y="1944"/>
                    <a:pt x="1009" y="1749"/>
                  </a:cubicBezTo>
                  <a:cubicBezTo>
                    <a:pt x="1009" y="1554"/>
                    <a:pt x="1106" y="1359"/>
                    <a:pt x="1236" y="1228"/>
                  </a:cubicBezTo>
                  <a:cubicBezTo>
                    <a:pt x="1399" y="1098"/>
                    <a:pt x="1561" y="1001"/>
                    <a:pt x="1789" y="1001"/>
                  </a:cubicBezTo>
                  <a:close/>
                  <a:moveTo>
                    <a:pt x="1773" y="1"/>
                  </a:moveTo>
                  <a:cubicBezTo>
                    <a:pt x="1317" y="1"/>
                    <a:pt x="862" y="172"/>
                    <a:pt x="521" y="513"/>
                  </a:cubicBezTo>
                  <a:cubicBezTo>
                    <a:pt x="196" y="871"/>
                    <a:pt x="0" y="1294"/>
                    <a:pt x="0" y="1749"/>
                  </a:cubicBezTo>
                  <a:cubicBezTo>
                    <a:pt x="0" y="2204"/>
                    <a:pt x="163" y="2659"/>
                    <a:pt x="521" y="2985"/>
                  </a:cubicBezTo>
                  <a:lnTo>
                    <a:pt x="1561" y="4025"/>
                  </a:lnTo>
                  <a:cubicBezTo>
                    <a:pt x="1903" y="4367"/>
                    <a:pt x="2350" y="4537"/>
                    <a:pt x="2797" y="4537"/>
                  </a:cubicBezTo>
                  <a:cubicBezTo>
                    <a:pt x="3244" y="4537"/>
                    <a:pt x="3691" y="4367"/>
                    <a:pt x="4033" y="4025"/>
                  </a:cubicBezTo>
                  <a:cubicBezTo>
                    <a:pt x="4748" y="3342"/>
                    <a:pt x="4748" y="2237"/>
                    <a:pt x="4033" y="1554"/>
                  </a:cubicBezTo>
                  <a:lnTo>
                    <a:pt x="3025" y="513"/>
                  </a:lnTo>
                  <a:cubicBezTo>
                    <a:pt x="2683" y="172"/>
                    <a:pt x="2228" y="1"/>
                    <a:pt x="177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38"/>
            <p:cNvSpPr/>
            <p:nvPr/>
          </p:nvSpPr>
          <p:spPr>
            <a:xfrm>
              <a:off x="5430000" y="2002853"/>
              <a:ext cx="83668" cy="83615"/>
            </a:xfrm>
            <a:custGeom>
              <a:avLst/>
              <a:gdLst/>
              <a:ahLst/>
              <a:cxnLst/>
              <a:rect l="l" t="t" r="r" b="b"/>
              <a:pathLst>
                <a:path w="2440" h="2472" extrusionOk="0">
                  <a:moveTo>
                    <a:pt x="684" y="0"/>
                  </a:moveTo>
                  <a:cubicBezTo>
                    <a:pt x="456" y="0"/>
                    <a:pt x="293" y="65"/>
                    <a:pt x="131" y="228"/>
                  </a:cubicBezTo>
                  <a:cubicBezTo>
                    <a:pt x="66" y="293"/>
                    <a:pt x="33" y="358"/>
                    <a:pt x="1" y="423"/>
                  </a:cubicBezTo>
                  <a:cubicBezTo>
                    <a:pt x="98" y="390"/>
                    <a:pt x="196" y="358"/>
                    <a:pt x="326" y="358"/>
                  </a:cubicBezTo>
                  <a:cubicBezTo>
                    <a:pt x="521" y="358"/>
                    <a:pt x="716" y="423"/>
                    <a:pt x="846" y="585"/>
                  </a:cubicBezTo>
                  <a:lnTo>
                    <a:pt x="1887" y="1594"/>
                  </a:lnTo>
                  <a:cubicBezTo>
                    <a:pt x="2017" y="1756"/>
                    <a:pt x="2082" y="1951"/>
                    <a:pt x="2082" y="2146"/>
                  </a:cubicBezTo>
                  <a:cubicBezTo>
                    <a:pt x="2082" y="2244"/>
                    <a:pt x="2082" y="2374"/>
                    <a:pt x="2017" y="2472"/>
                  </a:cubicBezTo>
                  <a:cubicBezTo>
                    <a:pt x="2115" y="2439"/>
                    <a:pt x="2180" y="2374"/>
                    <a:pt x="2245" y="2309"/>
                  </a:cubicBezTo>
                  <a:cubicBezTo>
                    <a:pt x="2375" y="2179"/>
                    <a:pt x="2440" y="1984"/>
                    <a:pt x="2440" y="1789"/>
                  </a:cubicBezTo>
                  <a:cubicBezTo>
                    <a:pt x="2440" y="1594"/>
                    <a:pt x="2375" y="1398"/>
                    <a:pt x="2245" y="1236"/>
                  </a:cubicBezTo>
                  <a:lnTo>
                    <a:pt x="1204" y="228"/>
                  </a:lnTo>
                  <a:cubicBezTo>
                    <a:pt x="1074" y="65"/>
                    <a:pt x="879" y="0"/>
                    <a:pt x="684" y="0"/>
                  </a:cubicBezTo>
                  <a:close/>
                </a:path>
              </a:pathLst>
            </a:custGeom>
            <a:solidFill>
              <a:srgbClr val="000000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38"/>
            <p:cNvSpPr/>
            <p:nvPr/>
          </p:nvSpPr>
          <p:spPr>
            <a:xfrm>
              <a:off x="5379834" y="1992943"/>
              <a:ext cx="144978" cy="141659"/>
            </a:xfrm>
            <a:custGeom>
              <a:avLst/>
              <a:gdLst/>
              <a:ahLst/>
              <a:cxnLst/>
              <a:rect l="l" t="t" r="r" b="b"/>
              <a:pathLst>
                <a:path w="4228" h="4188" extrusionOk="0">
                  <a:moveTo>
                    <a:pt x="716" y="0"/>
                  </a:moveTo>
                  <a:cubicBezTo>
                    <a:pt x="651" y="33"/>
                    <a:pt x="586" y="98"/>
                    <a:pt x="521" y="163"/>
                  </a:cubicBezTo>
                  <a:cubicBezTo>
                    <a:pt x="196" y="521"/>
                    <a:pt x="0" y="944"/>
                    <a:pt x="0" y="1399"/>
                  </a:cubicBezTo>
                  <a:cubicBezTo>
                    <a:pt x="0" y="1854"/>
                    <a:pt x="163" y="2309"/>
                    <a:pt x="521" y="2635"/>
                  </a:cubicBezTo>
                  <a:lnTo>
                    <a:pt x="1561" y="3675"/>
                  </a:lnTo>
                  <a:cubicBezTo>
                    <a:pt x="1903" y="4017"/>
                    <a:pt x="2350" y="4187"/>
                    <a:pt x="2797" y="4187"/>
                  </a:cubicBezTo>
                  <a:cubicBezTo>
                    <a:pt x="3244" y="4187"/>
                    <a:pt x="3691" y="4017"/>
                    <a:pt x="4033" y="3675"/>
                  </a:cubicBezTo>
                  <a:cubicBezTo>
                    <a:pt x="4098" y="3610"/>
                    <a:pt x="4163" y="3545"/>
                    <a:pt x="4228" y="3480"/>
                  </a:cubicBezTo>
                  <a:lnTo>
                    <a:pt x="4228" y="3480"/>
                  </a:lnTo>
                  <a:cubicBezTo>
                    <a:pt x="3906" y="3714"/>
                    <a:pt x="3531" y="3830"/>
                    <a:pt x="3160" y="3830"/>
                  </a:cubicBezTo>
                  <a:cubicBezTo>
                    <a:pt x="2707" y="3830"/>
                    <a:pt x="2259" y="3657"/>
                    <a:pt x="1919" y="3317"/>
                  </a:cubicBezTo>
                  <a:lnTo>
                    <a:pt x="878" y="2277"/>
                  </a:lnTo>
                  <a:cubicBezTo>
                    <a:pt x="553" y="1952"/>
                    <a:pt x="358" y="1496"/>
                    <a:pt x="358" y="1041"/>
                  </a:cubicBezTo>
                  <a:cubicBezTo>
                    <a:pt x="358" y="683"/>
                    <a:pt x="488" y="293"/>
                    <a:pt x="716" y="0"/>
                  </a:cubicBezTo>
                  <a:close/>
                </a:path>
              </a:pathLst>
            </a:custGeom>
            <a:solidFill>
              <a:srgbClr val="000000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38"/>
            <p:cNvSpPr/>
            <p:nvPr/>
          </p:nvSpPr>
          <p:spPr>
            <a:xfrm>
              <a:off x="5425542" y="1914841"/>
              <a:ext cx="43514" cy="124341"/>
            </a:xfrm>
            <a:custGeom>
              <a:avLst/>
              <a:gdLst/>
              <a:ahLst/>
              <a:cxnLst/>
              <a:rect l="l" t="t" r="r" b="b"/>
              <a:pathLst>
                <a:path w="1269" h="3676" extrusionOk="0">
                  <a:moveTo>
                    <a:pt x="651" y="1"/>
                  </a:moveTo>
                  <a:cubicBezTo>
                    <a:pt x="293" y="1"/>
                    <a:pt x="1" y="293"/>
                    <a:pt x="1" y="651"/>
                  </a:cubicBezTo>
                  <a:lnTo>
                    <a:pt x="1" y="3025"/>
                  </a:lnTo>
                  <a:cubicBezTo>
                    <a:pt x="1" y="3383"/>
                    <a:pt x="293" y="3675"/>
                    <a:pt x="651" y="3675"/>
                  </a:cubicBezTo>
                  <a:cubicBezTo>
                    <a:pt x="976" y="3675"/>
                    <a:pt x="1269" y="3383"/>
                    <a:pt x="1269" y="3025"/>
                  </a:cubicBezTo>
                  <a:lnTo>
                    <a:pt x="1269" y="651"/>
                  </a:lnTo>
                  <a:cubicBezTo>
                    <a:pt x="1269" y="293"/>
                    <a:pt x="976" y="1"/>
                    <a:pt x="6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38"/>
            <p:cNvSpPr/>
            <p:nvPr/>
          </p:nvSpPr>
          <p:spPr>
            <a:xfrm>
              <a:off x="5425542" y="1914841"/>
              <a:ext cx="31272" cy="124341"/>
            </a:xfrm>
            <a:custGeom>
              <a:avLst/>
              <a:gdLst/>
              <a:ahLst/>
              <a:cxnLst/>
              <a:rect l="l" t="t" r="r" b="b"/>
              <a:pathLst>
                <a:path w="912" h="3676" extrusionOk="0">
                  <a:moveTo>
                    <a:pt x="651" y="1"/>
                  </a:moveTo>
                  <a:cubicBezTo>
                    <a:pt x="293" y="1"/>
                    <a:pt x="1" y="293"/>
                    <a:pt x="1" y="651"/>
                  </a:cubicBezTo>
                  <a:lnTo>
                    <a:pt x="1" y="3025"/>
                  </a:lnTo>
                  <a:cubicBezTo>
                    <a:pt x="1" y="3383"/>
                    <a:pt x="293" y="3675"/>
                    <a:pt x="651" y="3675"/>
                  </a:cubicBezTo>
                  <a:cubicBezTo>
                    <a:pt x="749" y="3675"/>
                    <a:pt x="814" y="3643"/>
                    <a:pt x="911" y="3610"/>
                  </a:cubicBezTo>
                  <a:cubicBezTo>
                    <a:pt x="684" y="3513"/>
                    <a:pt x="521" y="3285"/>
                    <a:pt x="521" y="3025"/>
                  </a:cubicBezTo>
                  <a:lnTo>
                    <a:pt x="521" y="651"/>
                  </a:lnTo>
                  <a:cubicBezTo>
                    <a:pt x="521" y="391"/>
                    <a:pt x="684" y="163"/>
                    <a:pt x="911" y="66"/>
                  </a:cubicBezTo>
                  <a:cubicBezTo>
                    <a:pt x="814" y="33"/>
                    <a:pt x="749" y="1"/>
                    <a:pt x="651" y="1"/>
                  </a:cubicBezTo>
                  <a:close/>
                </a:path>
              </a:pathLst>
            </a:custGeom>
            <a:solidFill>
              <a:srgbClr val="000000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38"/>
            <p:cNvSpPr/>
            <p:nvPr/>
          </p:nvSpPr>
          <p:spPr>
            <a:xfrm>
              <a:off x="5762305" y="1900533"/>
              <a:ext cx="120461" cy="168347"/>
            </a:xfrm>
            <a:custGeom>
              <a:avLst/>
              <a:gdLst/>
              <a:ahLst/>
              <a:cxnLst/>
              <a:rect l="l" t="t" r="r" b="b"/>
              <a:pathLst>
                <a:path w="3513" h="4977" extrusionOk="0">
                  <a:moveTo>
                    <a:pt x="1757" y="1009"/>
                  </a:moveTo>
                  <a:cubicBezTo>
                    <a:pt x="1952" y="1009"/>
                    <a:pt x="2147" y="1074"/>
                    <a:pt x="2310" y="1237"/>
                  </a:cubicBezTo>
                  <a:cubicBezTo>
                    <a:pt x="2440" y="1367"/>
                    <a:pt x="2505" y="1562"/>
                    <a:pt x="2505" y="1757"/>
                  </a:cubicBezTo>
                  <a:lnTo>
                    <a:pt x="2505" y="3220"/>
                  </a:lnTo>
                  <a:cubicBezTo>
                    <a:pt x="2505" y="3415"/>
                    <a:pt x="2440" y="3610"/>
                    <a:pt x="2310" y="3741"/>
                  </a:cubicBezTo>
                  <a:cubicBezTo>
                    <a:pt x="2147" y="3903"/>
                    <a:pt x="1952" y="3968"/>
                    <a:pt x="1757" y="3968"/>
                  </a:cubicBezTo>
                  <a:cubicBezTo>
                    <a:pt x="1562" y="3968"/>
                    <a:pt x="1366" y="3903"/>
                    <a:pt x="1236" y="3741"/>
                  </a:cubicBezTo>
                  <a:cubicBezTo>
                    <a:pt x="1074" y="3610"/>
                    <a:pt x="1009" y="3415"/>
                    <a:pt x="1009" y="3220"/>
                  </a:cubicBezTo>
                  <a:lnTo>
                    <a:pt x="1009" y="1757"/>
                  </a:lnTo>
                  <a:cubicBezTo>
                    <a:pt x="1009" y="1562"/>
                    <a:pt x="1074" y="1367"/>
                    <a:pt x="1236" y="1237"/>
                  </a:cubicBezTo>
                  <a:cubicBezTo>
                    <a:pt x="1366" y="1074"/>
                    <a:pt x="1562" y="1009"/>
                    <a:pt x="1757" y="1009"/>
                  </a:cubicBezTo>
                  <a:close/>
                  <a:moveTo>
                    <a:pt x="1757" y="1"/>
                  </a:moveTo>
                  <a:cubicBezTo>
                    <a:pt x="781" y="1"/>
                    <a:pt x="1" y="781"/>
                    <a:pt x="1" y="1757"/>
                  </a:cubicBezTo>
                  <a:lnTo>
                    <a:pt x="1" y="3220"/>
                  </a:lnTo>
                  <a:cubicBezTo>
                    <a:pt x="1" y="4196"/>
                    <a:pt x="781" y="4976"/>
                    <a:pt x="1757" y="4976"/>
                  </a:cubicBezTo>
                  <a:cubicBezTo>
                    <a:pt x="2732" y="4976"/>
                    <a:pt x="3513" y="4196"/>
                    <a:pt x="3513" y="3220"/>
                  </a:cubicBezTo>
                  <a:lnTo>
                    <a:pt x="3513" y="1757"/>
                  </a:lnTo>
                  <a:cubicBezTo>
                    <a:pt x="3513" y="1269"/>
                    <a:pt x="3318" y="846"/>
                    <a:pt x="2992" y="521"/>
                  </a:cubicBezTo>
                  <a:cubicBezTo>
                    <a:pt x="2700" y="196"/>
                    <a:pt x="2245" y="1"/>
                    <a:pt x="17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38"/>
            <p:cNvSpPr/>
            <p:nvPr/>
          </p:nvSpPr>
          <p:spPr>
            <a:xfrm>
              <a:off x="5831433" y="1934628"/>
              <a:ext cx="35730" cy="100156"/>
            </a:xfrm>
            <a:custGeom>
              <a:avLst/>
              <a:gdLst/>
              <a:ahLst/>
              <a:cxnLst/>
              <a:rect l="l" t="t" r="r" b="b"/>
              <a:pathLst>
                <a:path w="1042" h="2961" extrusionOk="0">
                  <a:moveTo>
                    <a:pt x="294" y="1"/>
                  </a:moveTo>
                  <a:cubicBezTo>
                    <a:pt x="196" y="1"/>
                    <a:pt x="98" y="1"/>
                    <a:pt x="1" y="33"/>
                  </a:cubicBezTo>
                  <a:cubicBezTo>
                    <a:pt x="98" y="98"/>
                    <a:pt x="196" y="131"/>
                    <a:pt x="261" y="229"/>
                  </a:cubicBezTo>
                  <a:cubicBezTo>
                    <a:pt x="424" y="359"/>
                    <a:pt x="489" y="554"/>
                    <a:pt x="489" y="749"/>
                  </a:cubicBezTo>
                  <a:lnTo>
                    <a:pt x="489" y="2212"/>
                  </a:lnTo>
                  <a:cubicBezTo>
                    <a:pt x="489" y="2407"/>
                    <a:pt x="424" y="2602"/>
                    <a:pt x="261" y="2733"/>
                  </a:cubicBezTo>
                  <a:cubicBezTo>
                    <a:pt x="196" y="2798"/>
                    <a:pt x="98" y="2863"/>
                    <a:pt x="1" y="2895"/>
                  </a:cubicBezTo>
                  <a:cubicBezTo>
                    <a:pt x="98" y="2928"/>
                    <a:pt x="196" y="2960"/>
                    <a:pt x="294" y="2960"/>
                  </a:cubicBezTo>
                  <a:cubicBezTo>
                    <a:pt x="489" y="2960"/>
                    <a:pt x="684" y="2863"/>
                    <a:pt x="814" y="2733"/>
                  </a:cubicBezTo>
                  <a:cubicBezTo>
                    <a:pt x="944" y="2602"/>
                    <a:pt x="1042" y="2407"/>
                    <a:pt x="1042" y="2212"/>
                  </a:cubicBezTo>
                  <a:lnTo>
                    <a:pt x="1042" y="749"/>
                  </a:lnTo>
                  <a:cubicBezTo>
                    <a:pt x="1042" y="554"/>
                    <a:pt x="944" y="359"/>
                    <a:pt x="814" y="229"/>
                  </a:cubicBezTo>
                  <a:cubicBezTo>
                    <a:pt x="684" y="66"/>
                    <a:pt x="489" y="1"/>
                    <a:pt x="294" y="1"/>
                  </a:cubicBezTo>
                  <a:close/>
                </a:path>
              </a:pathLst>
            </a:custGeom>
            <a:solidFill>
              <a:srgbClr val="000000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38"/>
            <p:cNvSpPr/>
            <p:nvPr/>
          </p:nvSpPr>
          <p:spPr>
            <a:xfrm>
              <a:off x="5762305" y="1900533"/>
              <a:ext cx="69163" cy="168347"/>
            </a:xfrm>
            <a:custGeom>
              <a:avLst/>
              <a:gdLst/>
              <a:ahLst/>
              <a:cxnLst/>
              <a:rect l="l" t="t" r="r" b="b"/>
              <a:pathLst>
                <a:path w="2017" h="4977" extrusionOk="0">
                  <a:moveTo>
                    <a:pt x="1757" y="1"/>
                  </a:moveTo>
                  <a:cubicBezTo>
                    <a:pt x="781" y="1"/>
                    <a:pt x="1" y="781"/>
                    <a:pt x="1" y="1757"/>
                  </a:cubicBezTo>
                  <a:lnTo>
                    <a:pt x="1" y="3220"/>
                  </a:lnTo>
                  <a:cubicBezTo>
                    <a:pt x="1" y="4196"/>
                    <a:pt x="781" y="4976"/>
                    <a:pt x="1757" y="4976"/>
                  </a:cubicBezTo>
                  <a:cubicBezTo>
                    <a:pt x="1854" y="4976"/>
                    <a:pt x="1952" y="4976"/>
                    <a:pt x="2017" y="4944"/>
                  </a:cubicBezTo>
                  <a:cubicBezTo>
                    <a:pt x="1171" y="4814"/>
                    <a:pt x="521" y="4098"/>
                    <a:pt x="521" y="3220"/>
                  </a:cubicBezTo>
                  <a:lnTo>
                    <a:pt x="521" y="1757"/>
                  </a:lnTo>
                  <a:cubicBezTo>
                    <a:pt x="521" y="879"/>
                    <a:pt x="1171" y="131"/>
                    <a:pt x="2017" y="33"/>
                  </a:cubicBezTo>
                  <a:cubicBezTo>
                    <a:pt x="1952" y="1"/>
                    <a:pt x="1854" y="1"/>
                    <a:pt x="1757" y="1"/>
                  </a:cubicBezTo>
                  <a:close/>
                </a:path>
              </a:pathLst>
            </a:custGeom>
            <a:solidFill>
              <a:srgbClr val="000000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38"/>
            <p:cNvSpPr/>
            <p:nvPr/>
          </p:nvSpPr>
          <p:spPr>
            <a:xfrm>
              <a:off x="5728872" y="2000655"/>
              <a:ext cx="105956" cy="99276"/>
            </a:xfrm>
            <a:custGeom>
              <a:avLst/>
              <a:gdLst/>
              <a:ahLst/>
              <a:cxnLst/>
              <a:rect l="l" t="t" r="r" b="b"/>
              <a:pathLst>
                <a:path w="3090" h="2935" extrusionOk="0">
                  <a:moveTo>
                    <a:pt x="2390" y="0"/>
                  </a:moveTo>
                  <a:cubicBezTo>
                    <a:pt x="2228" y="0"/>
                    <a:pt x="2065" y="65"/>
                    <a:pt x="1951" y="195"/>
                  </a:cubicBezTo>
                  <a:lnTo>
                    <a:pt x="260" y="1854"/>
                  </a:lnTo>
                  <a:cubicBezTo>
                    <a:pt x="0" y="2114"/>
                    <a:pt x="0" y="2504"/>
                    <a:pt x="260" y="2764"/>
                  </a:cubicBezTo>
                  <a:cubicBezTo>
                    <a:pt x="390" y="2878"/>
                    <a:pt x="553" y="2935"/>
                    <a:pt x="716" y="2935"/>
                  </a:cubicBezTo>
                  <a:cubicBezTo>
                    <a:pt x="878" y="2935"/>
                    <a:pt x="1041" y="2878"/>
                    <a:pt x="1171" y="2764"/>
                  </a:cubicBezTo>
                  <a:lnTo>
                    <a:pt x="2829" y="1073"/>
                  </a:lnTo>
                  <a:cubicBezTo>
                    <a:pt x="3089" y="846"/>
                    <a:pt x="3089" y="423"/>
                    <a:pt x="2829" y="195"/>
                  </a:cubicBezTo>
                  <a:cubicBezTo>
                    <a:pt x="2715" y="65"/>
                    <a:pt x="2553" y="0"/>
                    <a:pt x="239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38"/>
            <p:cNvSpPr/>
            <p:nvPr/>
          </p:nvSpPr>
          <p:spPr>
            <a:xfrm>
              <a:off x="5728872" y="2000655"/>
              <a:ext cx="102596" cy="97923"/>
            </a:xfrm>
            <a:custGeom>
              <a:avLst/>
              <a:gdLst/>
              <a:ahLst/>
              <a:cxnLst/>
              <a:rect l="l" t="t" r="r" b="b"/>
              <a:pathLst>
                <a:path w="2992" h="2895" extrusionOk="0">
                  <a:moveTo>
                    <a:pt x="2390" y="0"/>
                  </a:moveTo>
                  <a:cubicBezTo>
                    <a:pt x="2228" y="0"/>
                    <a:pt x="2065" y="65"/>
                    <a:pt x="1951" y="195"/>
                  </a:cubicBezTo>
                  <a:lnTo>
                    <a:pt x="260" y="1854"/>
                  </a:lnTo>
                  <a:cubicBezTo>
                    <a:pt x="0" y="2114"/>
                    <a:pt x="0" y="2504"/>
                    <a:pt x="260" y="2764"/>
                  </a:cubicBezTo>
                  <a:cubicBezTo>
                    <a:pt x="325" y="2829"/>
                    <a:pt x="390" y="2862"/>
                    <a:pt x="488" y="2894"/>
                  </a:cubicBezTo>
                  <a:cubicBezTo>
                    <a:pt x="423" y="2667"/>
                    <a:pt x="455" y="2407"/>
                    <a:pt x="650" y="2244"/>
                  </a:cubicBezTo>
                  <a:lnTo>
                    <a:pt x="2309" y="553"/>
                  </a:lnTo>
                  <a:cubicBezTo>
                    <a:pt x="2442" y="442"/>
                    <a:pt x="2604" y="377"/>
                    <a:pt x="2766" y="377"/>
                  </a:cubicBezTo>
                  <a:cubicBezTo>
                    <a:pt x="2843" y="377"/>
                    <a:pt x="2919" y="392"/>
                    <a:pt x="2992" y="423"/>
                  </a:cubicBezTo>
                  <a:cubicBezTo>
                    <a:pt x="2959" y="325"/>
                    <a:pt x="2894" y="260"/>
                    <a:pt x="2829" y="195"/>
                  </a:cubicBezTo>
                  <a:cubicBezTo>
                    <a:pt x="2715" y="65"/>
                    <a:pt x="2553" y="0"/>
                    <a:pt x="2390" y="0"/>
                  </a:cubicBezTo>
                  <a:close/>
                </a:path>
              </a:pathLst>
            </a:custGeom>
            <a:solidFill>
              <a:srgbClr val="000000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38"/>
            <p:cNvSpPr/>
            <p:nvPr/>
          </p:nvSpPr>
          <p:spPr>
            <a:xfrm>
              <a:off x="5481298" y="1855444"/>
              <a:ext cx="124918" cy="42924"/>
            </a:xfrm>
            <a:custGeom>
              <a:avLst/>
              <a:gdLst/>
              <a:ahLst/>
              <a:cxnLst/>
              <a:rect l="l" t="t" r="r" b="b"/>
              <a:pathLst>
                <a:path w="3643" h="1269" extrusionOk="0">
                  <a:moveTo>
                    <a:pt x="619" y="0"/>
                  </a:moveTo>
                  <a:cubicBezTo>
                    <a:pt x="293" y="0"/>
                    <a:pt x="1" y="293"/>
                    <a:pt x="1" y="618"/>
                  </a:cubicBezTo>
                  <a:cubicBezTo>
                    <a:pt x="1" y="976"/>
                    <a:pt x="293" y="1269"/>
                    <a:pt x="619" y="1269"/>
                  </a:cubicBezTo>
                  <a:lnTo>
                    <a:pt x="2993" y="1269"/>
                  </a:lnTo>
                  <a:cubicBezTo>
                    <a:pt x="3350" y="1269"/>
                    <a:pt x="3643" y="976"/>
                    <a:pt x="3643" y="618"/>
                  </a:cubicBezTo>
                  <a:cubicBezTo>
                    <a:pt x="3643" y="293"/>
                    <a:pt x="3350" y="0"/>
                    <a:pt x="29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38"/>
            <p:cNvSpPr/>
            <p:nvPr/>
          </p:nvSpPr>
          <p:spPr>
            <a:xfrm>
              <a:off x="5481298" y="1855444"/>
              <a:ext cx="69163" cy="42924"/>
            </a:xfrm>
            <a:custGeom>
              <a:avLst/>
              <a:gdLst/>
              <a:ahLst/>
              <a:cxnLst/>
              <a:rect l="l" t="t" r="r" b="b"/>
              <a:pathLst>
                <a:path w="2017" h="1269" extrusionOk="0">
                  <a:moveTo>
                    <a:pt x="619" y="0"/>
                  </a:moveTo>
                  <a:cubicBezTo>
                    <a:pt x="293" y="0"/>
                    <a:pt x="1" y="293"/>
                    <a:pt x="1" y="651"/>
                  </a:cubicBezTo>
                  <a:cubicBezTo>
                    <a:pt x="1" y="976"/>
                    <a:pt x="293" y="1269"/>
                    <a:pt x="619" y="1269"/>
                  </a:cubicBezTo>
                  <a:lnTo>
                    <a:pt x="2017" y="1269"/>
                  </a:lnTo>
                  <a:cubicBezTo>
                    <a:pt x="1659" y="1269"/>
                    <a:pt x="1367" y="976"/>
                    <a:pt x="1367" y="651"/>
                  </a:cubicBezTo>
                  <a:cubicBezTo>
                    <a:pt x="1367" y="293"/>
                    <a:pt x="1659" y="0"/>
                    <a:pt x="2017" y="0"/>
                  </a:cubicBezTo>
                  <a:close/>
                </a:path>
              </a:pathLst>
            </a:custGeom>
            <a:solidFill>
              <a:srgbClr val="000000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38"/>
            <p:cNvSpPr/>
            <p:nvPr/>
          </p:nvSpPr>
          <p:spPr>
            <a:xfrm>
              <a:off x="5728872" y="1858759"/>
              <a:ext cx="105956" cy="99276"/>
            </a:xfrm>
            <a:custGeom>
              <a:avLst/>
              <a:gdLst/>
              <a:ahLst/>
              <a:cxnLst/>
              <a:rect l="l" t="t" r="r" b="b"/>
              <a:pathLst>
                <a:path w="3090" h="2935" extrusionOk="0">
                  <a:moveTo>
                    <a:pt x="699" y="0"/>
                  </a:moveTo>
                  <a:cubicBezTo>
                    <a:pt x="537" y="0"/>
                    <a:pt x="374" y="65"/>
                    <a:pt x="260" y="195"/>
                  </a:cubicBezTo>
                  <a:cubicBezTo>
                    <a:pt x="0" y="423"/>
                    <a:pt x="0" y="846"/>
                    <a:pt x="260" y="1073"/>
                  </a:cubicBezTo>
                  <a:lnTo>
                    <a:pt x="1919" y="2764"/>
                  </a:lnTo>
                  <a:cubicBezTo>
                    <a:pt x="2049" y="2878"/>
                    <a:pt x="2211" y="2935"/>
                    <a:pt x="2374" y="2935"/>
                  </a:cubicBezTo>
                  <a:cubicBezTo>
                    <a:pt x="2537" y="2935"/>
                    <a:pt x="2699" y="2878"/>
                    <a:pt x="2829" y="2764"/>
                  </a:cubicBezTo>
                  <a:cubicBezTo>
                    <a:pt x="3089" y="2504"/>
                    <a:pt x="3089" y="2114"/>
                    <a:pt x="2829" y="1854"/>
                  </a:cubicBezTo>
                  <a:lnTo>
                    <a:pt x="1138" y="195"/>
                  </a:lnTo>
                  <a:cubicBezTo>
                    <a:pt x="1024" y="65"/>
                    <a:pt x="862" y="0"/>
                    <a:pt x="6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38"/>
            <p:cNvSpPr/>
            <p:nvPr/>
          </p:nvSpPr>
          <p:spPr>
            <a:xfrm>
              <a:off x="5728872" y="1858759"/>
              <a:ext cx="72489" cy="69307"/>
            </a:xfrm>
            <a:custGeom>
              <a:avLst/>
              <a:gdLst/>
              <a:ahLst/>
              <a:cxnLst/>
              <a:rect l="l" t="t" r="r" b="b"/>
              <a:pathLst>
                <a:path w="2114" h="2049" extrusionOk="0">
                  <a:moveTo>
                    <a:pt x="2101" y="1126"/>
                  </a:moveTo>
                  <a:lnTo>
                    <a:pt x="2114" y="1138"/>
                  </a:lnTo>
                  <a:cubicBezTo>
                    <a:pt x="2110" y="1134"/>
                    <a:pt x="2105" y="1130"/>
                    <a:pt x="2101" y="1126"/>
                  </a:cubicBezTo>
                  <a:close/>
                  <a:moveTo>
                    <a:pt x="699" y="0"/>
                  </a:moveTo>
                  <a:cubicBezTo>
                    <a:pt x="537" y="0"/>
                    <a:pt x="374" y="65"/>
                    <a:pt x="260" y="195"/>
                  </a:cubicBezTo>
                  <a:cubicBezTo>
                    <a:pt x="0" y="423"/>
                    <a:pt x="0" y="846"/>
                    <a:pt x="260" y="1073"/>
                  </a:cubicBezTo>
                  <a:lnTo>
                    <a:pt x="1236" y="2049"/>
                  </a:lnTo>
                  <a:cubicBezTo>
                    <a:pt x="976" y="1789"/>
                    <a:pt x="976" y="1398"/>
                    <a:pt x="1236" y="1138"/>
                  </a:cubicBezTo>
                  <a:cubicBezTo>
                    <a:pt x="1350" y="1024"/>
                    <a:pt x="1512" y="968"/>
                    <a:pt x="1675" y="968"/>
                  </a:cubicBezTo>
                  <a:cubicBezTo>
                    <a:pt x="1831" y="968"/>
                    <a:pt x="1988" y="1020"/>
                    <a:pt x="2101" y="1126"/>
                  </a:cubicBezTo>
                  <a:lnTo>
                    <a:pt x="2101" y="1126"/>
                  </a:lnTo>
                  <a:lnTo>
                    <a:pt x="1138" y="195"/>
                  </a:lnTo>
                  <a:cubicBezTo>
                    <a:pt x="1024" y="65"/>
                    <a:pt x="862" y="0"/>
                    <a:pt x="699" y="0"/>
                  </a:cubicBezTo>
                  <a:close/>
                </a:path>
              </a:pathLst>
            </a:custGeom>
            <a:solidFill>
              <a:srgbClr val="000000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38"/>
            <p:cNvSpPr/>
            <p:nvPr/>
          </p:nvSpPr>
          <p:spPr>
            <a:xfrm>
              <a:off x="5550427" y="1685643"/>
              <a:ext cx="69197" cy="72419"/>
            </a:xfrm>
            <a:custGeom>
              <a:avLst/>
              <a:gdLst/>
              <a:ahLst/>
              <a:cxnLst/>
              <a:rect l="l" t="t" r="r" b="b"/>
              <a:pathLst>
                <a:path w="2018" h="2141" extrusionOk="0">
                  <a:moveTo>
                    <a:pt x="885" y="0"/>
                  </a:moveTo>
                  <a:cubicBezTo>
                    <a:pt x="783" y="0"/>
                    <a:pt x="680" y="26"/>
                    <a:pt x="586" y="78"/>
                  </a:cubicBezTo>
                  <a:lnTo>
                    <a:pt x="391" y="208"/>
                  </a:lnTo>
                  <a:cubicBezTo>
                    <a:pt x="98" y="370"/>
                    <a:pt x="1" y="760"/>
                    <a:pt x="196" y="1053"/>
                  </a:cubicBezTo>
                  <a:lnTo>
                    <a:pt x="749" y="1866"/>
                  </a:lnTo>
                  <a:cubicBezTo>
                    <a:pt x="857" y="2040"/>
                    <a:pt x="1052" y="2141"/>
                    <a:pt x="1257" y="2141"/>
                  </a:cubicBezTo>
                  <a:cubicBezTo>
                    <a:pt x="1360" y="2141"/>
                    <a:pt x="1464" y="2115"/>
                    <a:pt x="1562" y="2061"/>
                  </a:cubicBezTo>
                  <a:lnTo>
                    <a:pt x="1627" y="2029"/>
                  </a:lnTo>
                  <a:cubicBezTo>
                    <a:pt x="1887" y="1866"/>
                    <a:pt x="2017" y="1508"/>
                    <a:pt x="1855" y="1216"/>
                  </a:cubicBezTo>
                  <a:lnTo>
                    <a:pt x="1432" y="338"/>
                  </a:lnTo>
                  <a:cubicBezTo>
                    <a:pt x="1321" y="116"/>
                    <a:pt x="1105" y="0"/>
                    <a:pt x="88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38"/>
            <p:cNvSpPr/>
            <p:nvPr/>
          </p:nvSpPr>
          <p:spPr>
            <a:xfrm>
              <a:off x="5655251" y="1661864"/>
              <a:ext cx="51332" cy="73705"/>
            </a:xfrm>
            <a:custGeom>
              <a:avLst/>
              <a:gdLst/>
              <a:ahLst/>
              <a:cxnLst/>
              <a:rect l="l" t="t" r="r" b="b"/>
              <a:pathLst>
                <a:path w="1497" h="2179" extrusionOk="0">
                  <a:moveTo>
                    <a:pt x="651" y="0"/>
                  </a:moveTo>
                  <a:cubicBezTo>
                    <a:pt x="293" y="0"/>
                    <a:pt x="1" y="293"/>
                    <a:pt x="33" y="650"/>
                  </a:cubicBezTo>
                  <a:lnTo>
                    <a:pt x="98" y="1626"/>
                  </a:lnTo>
                  <a:cubicBezTo>
                    <a:pt x="131" y="1951"/>
                    <a:pt x="391" y="2179"/>
                    <a:pt x="716" y="2179"/>
                  </a:cubicBezTo>
                  <a:lnTo>
                    <a:pt x="814" y="2179"/>
                  </a:lnTo>
                  <a:cubicBezTo>
                    <a:pt x="1106" y="2179"/>
                    <a:pt x="1399" y="1951"/>
                    <a:pt x="1399" y="1626"/>
                  </a:cubicBezTo>
                  <a:lnTo>
                    <a:pt x="1464" y="650"/>
                  </a:lnTo>
                  <a:cubicBezTo>
                    <a:pt x="1497" y="293"/>
                    <a:pt x="1204" y="0"/>
                    <a:pt x="8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38"/>
            <p:cNvSpPr/>
            <p:nvPr/>
          </p:nvSpPr>
          <p:spPr>
            <a:xfrm>
              <a:off x="5743342" y="1685135"/>
              <a:ext cx="69197" cy="72927"/>
            </a:xfrm>
            <a:custGeom>
              <a:avLst/>
              <a:gdLst/>
              <a:ahLst/>
              <a:cxnLst/>
              <a:rect l="l" t="t" r="r" b="b"/>
              <a:pathLst>
                <a:path w="2018" h="2156" extrusionOk="0">
                  <a:moveTo>
                    <a:pt x="1109" y="1"/>
                  </a:moveTo>
                  <a:cubicBezTo>
                    <a:pt x="880" y="1"/>
                    <a:pt x="664" y="132"/>
                    <a:pt x="554" y="353"/>
                  </a:cubicBezTo>
                  <a:lnTo>
                    <a:pt x="131" y="1231"/>
                  </a:lnTo>
                  <a:cubicBezTo>
                    <a:pt x="1" y="1523"/>
                    <a:pt x="98" y="1849"/>
                    <a:pt x="391" y="2011"/>
                  </a:cubicBezTo>
                  <a:lnTo>
                    <a:pt x="456" y="2076"/>
                  </a:lnTo>
                  <a:cubicBezTo>
                    <a:pt x="543" y="2130"/>
                    <a:pt x="640" y="2156"/>
                    <a:pt x="739" y="2156"/>
                  </a:cubicBezTo>
                  <a:cubicBezTo>
                    <a:pt x="937" y="2156"/>
                    <a:pt x="1139" y="2055"/>
                    <a:pt x="1269" y="1881"/>
                  </a:cubicBezTo>
                  <a:lnTo>
                    <a:pt x="1822" y="1068"/>
                  </a:lnTo>
                  <a:cubicBezTo>
                    <a:pt x="2017" y="775"/>
                    <a:pt x="1919" y="385"/>
                    <a:pt x="1627" y="190"/>
                  </a:cubicBezTo>
                  <a:lnTo>
                    <a:pt x="1432" y="93"/>
                  </a:lnTo>
                  <a:cubicBezTo>
                    <a:pt x="1327" y="30"/>
                    <a:pt x="1217" y="1"/>
                    <a:pt x="11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72" name="Google Shape;2372;p38"/>
          <p:cNvGrpSpPr/>
          <p:nvPr/>
        </p:nvGrpSpPr>
        <p:grpSpPr>
          <a:xfrm>
            <a:off x="3309518" y="1489696"/>
            <a:ext cx="387275" cy="548649"/>
            <a:chOff x="3350462" y="1646651"/>
            <a:chExt cx="387275" cy="548649"/>
          </a:xfrm>
        </p:grpSpPr>
        <p:sp>
          <p:nvSpPr>
            <p:cNvPr id="2373" name="Google Shape;2373;p38"/>
            <p:cNvSpPr/>
            <p:nvPr/>
          </p:nvSpPr>
          <p:spPr>
            <a:xfrm>
              <a:off x="3458763" y="1646651"/>
              <a:ext cx="170675" cy="149201"/>
            </a:xfrm>
            <a:custGeom>
              <a:avLst/>
              <a:gdLst/>
              <a:ahLst/>
              <a:cxnLst/>
              <a:rect l="l" t="t" r="r" b="b"/>
              <a:pathLst>
                <a:path w="5790" h="5041" extrusionOk="0">
                  <a:moveTo>
                    <a:pt x="1822" y="0"/>
                  </a:moveTo>
                  <a:cubicBezTo>
                    <a:pt x="814" y="0"/>
                    <a:pt x="1" y="813"/>
                    <a:pt x="1" y="1821"/>
                  </a:cubicBezTo>
                  <a:lnTo>
                    <a:pt x="1" y="5041"/>
                  </a:lnTo>
                  <a:lnTo>
                    <a:pt x="5789" y="5041"/>
                  </a:lnTo>
                  <a:lnTo>
                    <a:pt x="5789" y="1821"/>
                  </a:lnTo>
                  <a:cubicBezTo>
                    <a:pt x="5789" y="813"/>
                    <a:pt x="4976" y="0"/>
                    <a:pt x="39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38"/>
            <p:cNvSpPr/>
            <p:nvPr/>
          </p:nvSpPr>
          <p:spPr>
            <a:xfrm>
              <a:off x="3567092" y="1659141"/>
              <a:ext cx="62345" cy="136711"/>
            </a:xfrm>
            <a:custGeom>
              <a:avLst/>
              <a:gdLst/>
              <a:ahLst/>
              <a:cxnLst/>
              <a:rect l="l" t="t" r="r" b="b"/>
              <a:pathLst>
                <a:path w="2115" h="4619" extrusionOk="0">
                  <a:moveTo>
                    <a:pt x="1464" y="1"/>
                  </a:moveTo>
                  <a:cubicBezTo>
                    <a:pt x="1464" y="391"/>
                    <a:pt x="1399" y="1139"/>
                    <a:pt x="944" y="1920"/>
                  </a:cubicBezTo>
                  <a:cubicBezTo>
                    <a:pt x="748" y="2245"/>
                    <a:pt x="521" y="2505"/>
                    <a:pt x="326" y="2700"/>
                  </a:cubicBezTo>
                  <a:lnTo>
                    <a:pt x="0" y="4619"/>
                  </a:lnTo>
                  <a:lnTo>
                    <a:pt x="2114" y="4619"/>
                  </a:lnTo>
                  <a:lnTo>
                    <a:pt x="2114" y="1399"/>
                  </a:lnTo>
                  <a:cubicBezTo>
                    <a:pt x="2114" y="846"/>
                    <a:pt x="1887" y="326"/>
                    <a:pt x="1464" y="1"/>
                  </a:cubicBezTo>
                  <a:close/>
                </a:path>
              </a:pathLst>
            </a:custGeom>
            <a:solidFill>
              <a:srgbClr val="000000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38"/>
            <p:cNvSpPr/>
            <p:nvPr/>
          </p:nvSpPr>
          <p:spPr>
            <a:xfrm>
              <a:off x="3350462" y="1870911"/>
              <a:ext cx="387275" cy="324389"/>
            </a:xfrm>
            <a:custGeom>
              <a:avLst/>
              <a:gdLst/>
              <a:ahLst/>
              <a:cxnLst/>
              <a:rect l="l" t="t" r="r" b="b"/>
              <a:pathLst>
                <a:path w="13138" h="10960" extrusionOk="0">
                  <a:moveTo>
                    <a:pt x="5301" y="0"/>
                  </a:moveTo>
                  <a:lnTo>
                    <a:pt x="5301" y="1138"/>
                  </a:lnTo>
                  <a:cubicBezTo>
                    <a:pt x="5301" y="1561"/>
                    <a:pt x="5008" y="1919"/>
                    <a:pt x="4618" y="2017"/>
                  </a:cubicBezTo>
                  <a:lnTo>
                    <a:pt x="2634" y="2569"/>
                  </a:lnTo>
                  <a:cubicBezTo>
                    <a:pt x="1106" y="2895"/>
                    <a:pt x="0" y="4228"/>
                    <a:pt x="0" y="5789"/>
                  </a:cubicBezTo>
                  <a:lnTo>
                    <a:pt x="0" y="10602"/>
                  </a:lnTo>
                  <a:cubicBezTo>
                    <a:pt x="0" y="10797"/>
                    <a:pt x="163" y="10959"/>
                    <a:pt x="358" y="10959"/>
                  </a:cubicBezTo>
                  <a:lnTo>
                    <a:pt x="12780" y="10959"/>
                  </a:lnTo>
                  <a:cubicBezTo>
                    <a:pt x="12975" y="10959"/>
                    <a:pt x="13138" y="10797"/>
                    <a:pt x="13138" y="10602"/>
                  </a:cubicBezTo>
                  <a:lnTo>
                    <a:pt x="13138" y="5789"/>
                  </a:lnTo>
                  <a:cubicBezTo>
                    <a:pt x="13138" y="4228"/>
                    <a:pt x="12032" y="2895"/>
                    <a:pt x="10504" y="2569"/>
                  </a:cubicBezTo>
                  <a:lnTo>
                    <a:pt x="8520" y="2017"/>
                  </a:lnTo>
                  <a:cubicBezTo>
                    <a:pt x="8130" y="1919"/>
                    <a:pt x="7837" y="1561"/>
                    <a:pt x="7837" y="1138"/>
                  </a:cubicBezTo>
                  <a:lnTo>
                    <a:pt x="783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38"/>
            <p:cNvSpPr/>
            <p:nvPr/>
          </p:nvSpPr>
          <p:spPr>
            <a:xfrm>
              <a:off x="3665842" y="2118257"/>
              <a:ext cx="71896" cy="77042"/>
            </a:xfrm>
            <a:custGeom>
              <a:avLst/>
              <a:gdLst/>
              <a:ahLst/>
              <a:cxnLst/>
              <a:rect l="l" t="t" r="r" b="b"/>
              <a:pathLst>
                <a:path w="2439" h="2603" extrusionOk="0">
                  <a:moveTo>
                    <a:pt x="0" y="1"/>
                  </a:moveTo>
                  <a:lnTo>
                    <a:pt x="0" y="2602"/>
                  </a:lnTo>
                  <a:lnTo>
                    <a:pt x="2081" y="2602"/>
                  </a:lnTo>
                  <a:cubicBezTo>
                    <a:pt x="2276" y="2602"/>
                    <a:pt x="2439" y="2440"/>
                    <a:pt x="2439" y="2245"/>
                  </a:cubicBezTo>
                  <a:lnTo>
                    <a:pt x="2439" y="1"/>
                  </a:lnTo>
                  <a:close/>
                </a:path>
              </a:pathLst>
            </a:custGeom>
            <a:solidFill>
              <a:srgbClr val="FFC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38"/>
            <p:cNvSpPr/>
            <p:nvPr/>
          </p:nvSpPr>
          <p:spPr>
            <a:xfrm>
              <a:off x="3350462" y="2118257"/>
              <a:ext cx="71925" cy="77042"/>
            </a:xfrm>
            <a:custGeom>
              <a:avLst/>
              <a:gdLst/>
              <a:ahLst/>
              <a:cxnLst/>
              <a:rect l="l" t="t" r="r" b="b"/>
              <a:pathLst>
                <a:path w="2440" h="2603" extrusionOk="0">
                  <a:moveTo>
                    <a:pt x="0" y="1"/>
                  </a:moveTo>
                  <a:lnTo>
                    <a:pt x="0" y="2245"/>
                  </a:lnTo>
                  <a:cubicBezTo>
                    <a:pt x="0" y="2440"/>
                    <a:pt x="163" y="2602"/>
                    <a:pt x="390" y="2602"/>
                  </a:cubicBezTo>
                  <a:lnTo>
                    <a:pt x="2439" y="2602"/>
                  </a:lnTo>
                  <a:lnTo>
                    <a:pt x="2439" y="1"/>
                  </a:lnTo>
                  <a:close/>
                </a:path>
              </a:pathLst>
            </a:custGeom>
            <a:solidFill>
              <a:srgbClr val="FFC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38"/>
            <p:cNvSpPr/>
            <p:nvPr/>
          </p:nvSpPr>
          <p:spPr>
            <a:xfrm>
              <a:off x="3658148" y="2085552"/>
              <a:ext cx="16331" cy="109748"/>
            </a:xfrm>
            <a:custGeom>
              <a:avLst/>
              <a:gdLst/>
              <a:ahLst/>
              <a:cxnLst/>
              <a:rect l="l" t="t" r="r" b="b"/>
              <a:pathLst>
                <a:path w="554" h="3708" extrusionOk="0">
                  <a:moveTo>
                    <a:pt x="261" y="0"/>
                  </a:moveTo>
                  <a:cubicBezTo>
                    <a:pt x="131" y="0"/>
                    <a:pt x="1" y="130"/>
                    <a:pt x="1" y="260"/>
                  </a:cubicBezTo>
                  <a:lnTo>
                    <a:pt x="1" y="3447"/>
                  </a:lnTo>
                  <a:cubicBezTo>
                    <a:pt x="1" y="3610"/>
                    <a:pt x="131" y="3707"/>
                    <a:pt x="261" y="3707"/>
                  </a:cubicBezTo>
                  <a:cubicBezTo>
                    <a:pt x="424" y="3707"/>
                    <a:pt x="554" y="3610"/>
                    <a:pt x="554" y="3447"/>
                  </a:cubicBezTo>
                  <a:lnTo>
                    <a:pt x="554" y="260"/>
                  </a:lnTo>
                  <a:cubicBezTo>
                    <a:pt x="554" y="130"/>
                    <a:pt x="424" y="0"/>
                    <a:pt x="2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38"/>
            <p:cNvSpPr/>
            <p:nvPr/>
          </p:nvSpPr>
          <p:spPr>
            <a:xfrm>
              <a:off x="3413721" y="2085552"/>
              <a:ext cx="16331" cy="109748"/>
            </a:xfrm>
            <a:custGeom>
              <a:avLst/>
              <a:gdLst/>
              <a:ahLst/>
              <a:cxnLst/>
              <a:rect l="l" t="t" r="r" b="b"/>
              <a:pathLst>
                <a:path w="554" h="3708" extrusionOk="0">
                  <a:moveTo>
                    <a:pt x="293" y="0"/>
                  </a:moveTo>
                  <a:cubicBezTo>
                    <a:pt x="130" y="0"/>
                    <a:pt x="0" y="130"/>
                    <a:pt x="0" y="260"/>
                  </a:cubicBezTo>
                  <a:lnTo>
                    <a:pt x="0" y="3447"/>
                  </a:lnTo>
                  <a:cubicBezTo>
                    <a:pt x="0" y="3610"/>
                    <a:pt x="130" y="3707"/>
                    <a:pt x="293" y="3707"/>
                  </a:cubicBezTo>
                  <a:cubicBezTo>
                    <a:pt x="423" y="3707"/>
                    <a:pt x="553" y="3610"/>
                    <a:pt x="553" y="3447"/>
                  </a:cubicBezTo>
                  <a:lnTo>
                    <a:pt x="553" y="260"/>
                  </a:lnTo>
                  <a:cubicBezTo>
                    <a:pt x="553" y="130"/>
                    <a:pt x="423" y="0"/>
                    <a:pt x="29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38"/>
            <p:cNvSpPr/>
            <p:nvPr/>
          </p:nvSpPr>
          <p:spPr>
            <a:xfrm>
              <a:off x="3486560" y="1870911"/>
              <a:ext cx="115080" cy="76273"/>
            </a:xfrm>
            <a:custGeom>
              <a:avLst/>
              <a:gdLst/>
              <a:ahLst/>
              <a:cxnLst/>
              <a:rect l="l" t="t" r="r" b="b"/>
              <a:pathLst>
                <a:path w="3904" h="2577" extrusionOk="0">
                  <a:moveTo>
                    <a:pt x="684" y="0"/>
                  </a:moveTo>
                  <a:lnTo>
                    <a:pt x="684" y="1138"/>
                  </a:lnTo>
                  <a:cubicBezTo>
                    <a:pt x="684" y="1561"/>
                    <a:pt x="391" y="1919"/>
                    <a:pt x="1" y="2017"/>
                  </a:cubicBezTo>
                  <a:cubicBezTo>
                    <a:pt x="273" y="2198"/>
                    <a:pt x="939" y="2576"/>
                    <a:pt x="1893" y="2576"/>
                  </a:cubicBezTo>
                  <a:cubicBezTo>
                    <a:pt x="1965" y="2576"/>
                    <a:pt x="2039" y="2574"/>
                    <a:pt x="2115" y="2569"/>
                  </a:cubicBezTo>
                  <a:cubicBezTo>
                    <a:pt x="2960" y="2537"/>
                    <a:pt x="3611" y="2212"/>
                    <a:pt x="3903" y="2017"/>
                  </a:cubicBezTo>
                  <a:cubicBezTo>
                    <a:pt x="3513" y="1919"/>
                    <a:pt x="3220" y="1561"/>
                    <a:pt x="3220" y="1138"/>
                  </a:cubicBezTo>
                  <a:lnTo>
                    <a:pt x="3220" y="0"/>
                  </a:lnTo>
                  <a:close/>
                </a:path>
              </a:pathLst>
            </a:custGeom>
            <a:solidFill>
              <a:srgbClr val="FFC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38"/>
            <p:cNvSpPr/>
            <p:nvPr/>
          </p:nvSpPr>
          <p:spPr>
            <a:xfrm>
              <a:off x="3629408" y="1771759"/>
              <a:ext cx="32602" cy="58751"/>
            </a:xfrm>
            <a:custGeom>
              <a:avLst/>
              <a:gdLst/>
              <a:ahLst/>
              <a:cxnLst/>
              <a:rect l="l" t="t" r="r" b="b"/>
              <a:pathLst>
                <a:path w="1106" h="1985" extrusionOk="0">
                  <a:moveTo>
                    <a:pt x="0" y="1"/>
                  </a:moveTo>
                  <a:lnTo>
                    <a:pt x="0" y="1984"/>
                  </a:lnTo>
                  <a:lnTo>
                    <a:pt x="553" y="1984"/>
                  </a:lnTo>
                  <a:cubicBezTo>
                    <a:pt x="846" y="1984"/>
                    <a:pt x="1106" y="1724"/>
                    <a:pt x="1106" y="1399"/>
                  </a:cubicBezTo>
                  <a:lnTo>
                    <a:pt x="1106" y="554"/>
                  </a:lnTo>
                  <a:cubicBezTo>
                    <a:pt x="1106" y="228"/>
                    <a:pt x="846" y="1"/>
                    <a:pt x="553" y="1"/>
                  </a:cubicBezTo>
                  <a:close/>
                </a:path>
              </a:pathLst>
            </a:custGeom>
            <a:solidFill>
              <a:srgbClr val="FFB0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38"/>
            <p:cNvSpPr/>
            <p:nvPr/>
          </p:nvSpPr>
          <p:spPr>
            <a:xfrm>
              <a:off x="3426190" y="1771759"/>
              <a:ext cx="32602" cy="58751"/>
            </a:xfrm>
            <a:custGeom>
              <a:avLst/>
              <a:gdLst/>
              <a:ahLst/>
              <a:cxnLst/>
              <a:rect l="l" t="t" r="r" b="b"/>
              <a:pathLst>
                <a:path w="1106" h="1985" extrusionOk="0">
                  <a:moveTo>
                    <a:pt x="553" y="1"/>
                  </a:moveTo>
                  <a:cubicBezTo>
                    <a:pt x="260" y="1"/>
                    <a:pt x="0" y="228"/>
                    <a:pt x="0" y="554"/>
                  </a:cubicBezTo>
                  <a:lnTo>
                    <a:pt x="0" y="1399"/>
                  </a:lnTo>
                  <a:cubicBezTo>
                    <a:pt x="0" y="1724"/>
                    <a:pt x="228" y="1984"/>
                    <a:pt x="553" y="1984"/>
                  </a:cubicBezTo>
                  <a:lnTo>
                    <a:pt x="1106" y="1984"/>
                  </a:lnTo>
                  <a:lnTo>
                    <a:pt x="1106" y="1"/>
                  </a:lnTo>
                  <a:close/>
                </a:path>
              </a:pathLst>
            </a:custGeom>
            <a:solidFill>
              <a:srgbClr val="FFB0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38"/>
            <p:cNvSpPr/>
            <p:nvPr/>
          </p:nvSpPr>
          <p:spPr>
            <a:xfrm>
              <a:off x="3505750" y="1870911"/>
              <a:ext cx="88226" cy="56798"/>
            </a:xfrm>
            <a:custGeom>
              <a:avLst/>
              <a:gdLst/>
              <a:ahLst/>
              <a:cxnLst/>
              <a:rect l="l" t="t" r="r" b="b"/>
              <a:pathLst>
                <a:path w="2993" h="1919" extrusionOk="0">
                  <a:moveTo>
                    <a:pt x="33" y="0"/>
                  </a:moveTo>
                  <a:lnTo>
                    <a:pt x="33" y="1138"/>
                  </a:lnTo>
                  <a:cubicBezTo>
                    <a:pt x="33" y="1236"/>
                    <a:pt x="0" y="1301"/>
                    <a:pt x="0" y="1366"/>
                  </a:cubicBezTo>
                  <a:lnTo>
                    <a:pt x="33" y="1431"/>
                  </a:lnTo>
                  <a:cubicBezTo>
                    <a:pt x="325" y="1724"/>
                    <a:pt x="748" y="1919"/>
                    <a:pt x="1203" y="1919"/>
                  </a:cubicBezTo>
                  <a:lnTo>
                    <a:pt x="2862" y="1919"/>
                  </a:lnTo>
                  <a:cubicBezTo>
                    <a:pt x="2894" y="1919"/>
                    <a:pt x="2927" y="1886"/>
                    <a:pt x="2992" y="1886"/>
                  </a:cubicBezTo>
                  <a:cubicBezTo>
                    <a:pt x="2732" y="1724"/>
                    <a:pt x="2569" y="1464"/>
                    <a:pt x="2569" y="1138"/>
                  </a:cubicBezTo>
                  <a:lnTo>
                    <a:pt x="2569" y="0"/>
                  </a:lnTo>
                  <a:close/>
                </a:path>
              </a:pathLst>
            </a:custGeom>
            <a:solidFill>
              <a:srgbClr val="FFB0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38"/>
            <p:cNvSpPr/>
            <p:nvPr/>
          </p:nvSpPr>
          <p:spPr>
            <a:xfrm>
              <a:off x="3458763" y="1739054"/>
              <a:ext cx="170675" cy="166516"/>
            </a:xfrm>
            <a:custGeom>
              <a:avLst/>
              <a:gdLst/>
              <a:ahLst/>
              <a:cxnLst/>
              <a:rect l="l" t="t" r="r" b="b"/>
              <a:pathLst>
                <a:path w="5790" h="5626" extrusionOk="0">
                  <a:moveTo>
                    <a:pt x="4001" y="0"/>
                  </a:moveTo>
                  <a:cubicBezTo>
                    <a:pt x="3741" y="260"/>
                    <a:pt x="3155" y="748"/>
                    <a:pt x="2245" y="1041"/>
                  </a:cubicBezTo>
                  <a:cubicBezTo>
                    <a:pt x="1803" y="1169"/>
                    <a:pt x="1387" y="1210"/>
                    <a:pt x="1028" y="1210"/>
                  </a:cubicBezTo>
                  <a:cubicBezTo>
                    <a:pt x="567" y="1210"/>
                    <a:pt x="202" y="1142"/>
                    <a:pt x="1" y="1106"/>
                  </a:cubicBezTo>
                  <a:lnTo>
                    <a:pt x="1" y="3350"/>
                  </a:lnTo>
                  <a:cubicBezTo>
                    <a:pt x="1" y="3902"/>
                    <a:pt x="196" y="4455"/>
                    <a:pt x="619" y="4846"/>
                  </a:cubicBezTo>
                  <a:lnTo>
                    <a:pt x="879" y="5138"/>
                  </a:lnTo>
                  <a:cubicBezTo>
                    <a:pt x="1204" y="5431"/>
                    <a:pt x="1627" y="5626"/>
                    <a:pt x="2082" y="5626"/>
                  </a:cubicBezTo>
                  <a:lnTo>
                    <a:pt x="3741" y="5626"/>
                  </a:lnTo>
                  <a:cubicBezTo>
                    <a:pt x="4163" y="5626"/>
                    <a:pt x="4586" y="5431"/>
                    <a:pt x="4911" y="5138"/>
                  </a:cubicBezTo>
                  <a:lnTo>
                    <a:pt x="5204" y="4846"/>
                  </a:lnTo>
                  <a:cubicBezTo>
                    <a:pt x="5594" y="4455"/>
                    <a:pt x="5789" y="3902"/>
                    <a:pt x="5789" y="3350"/>
                  </a:cubicBezTo>
                  <a:lnTo>
                    <a:pt x="5789" y="1106"/>
                  </a:lnTo>
                  <a:cubicBezTo>
                    <a:pt x="5627" y="1106"/>
                    <a:pt x="5171" y="1106"/>
                    <a:pt x="4716" y="813"/>
                  </a:cubicBezTo>
                  <a:cubicBezTo>
                    <a:pt x="4261" y="520"/>
                    <a:pt x="4066" y="130"/>
                    <a:pt x="4001" y="0"/>
                  </a:cubicBezTo>
                  <a:close/>
                </a:path>
              </a:pathLst>
            </a:custGeom>
            <a:solidFill>
              <a:srgbClr val="FFC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38"/>
            <p:cNvSpPr/>
            <p:nvPr/>
          </p:nvSpPr>
          <p:spPr>
            <a:xfrm>
              <a:off x="3525883" y="2067261"/>
              <a:ext cx="36434" cy="39483"/>
            </a:xfrm>
            <a:custGeom>
              <a:avLst/>
              <a:gdLst/>
              <a:ahLst/>
              <a:cxnLst/>
              <a:rect l="l" t="t" r="r" b="b"/>
              <a:pathLst>
                <a:path w="1236" h="1334" extrusionOk="0">
                  <a:moveTo>
                    <a:pt x="0" y="0"/>
                  </a:moveTo>
                  <a:lnTo>
                    <a:pt x="0" y="1334"/>
                  </a:lnTo>
                  <a:lnTo>
                    <a:pt x="1236" y="1334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38"/>
            <p:cNvSpPr/>
            <p:nvPr/>
          </p:nvSpPr>
          <p:spPr>
            <a:xfrm>
              <a:off x="3497113" y="2093247"/>
              <a:ext cx="93974" cy="94357"/>
            </a:xfrm>
            <a:custGeom>
              <a:avLst/>
              <a:gdLst/>
              <a:ahLst/>
              <a:cxnLst/>
              <a:rect l="l" t="t" r="r" b="b"/>
              <a:pathLst>
                <a:path w="3188" h="3188" extrusionOk="0">
                  <a:moveTo>
                    <a:pt x="1594" y="0"/>
                  </a:moveTo>
                  <a:cubicBezTo>
                    <a:pt x="716" y="0"/>
                    <a:pt x="1" y="716"/>
                    <a:pt x="1" y="1594"/>
                  </a:cubicBezTo>
                  <a:cubicBezTo>
                    <a:pt x="1" y="2472"/>
                    <a:pt x="716" y="3187"/>
                    <a:pt x="1594" y="3187"/>
                  </a:cubicBezTo>
                  <a:cubicBezTo>
                    <a:pt x="2472" y="3187"/>
                    <a:pt x="3187" y="2472"/>
                    <a:pt x="3187" y="1594"/>
                  </a:cubicBezTo>
                  <a:cubicBezTo>
                    <a:pt x="3187" y="716"/>
                    <a:pt x="2472" y="0"/>
                    <a:pt x="15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38"/>
            <p:cNvSpPr/>
            <p:nvPr/>
          </p:nvSpPr>
          <p:spPr>
            <a:xfrm>
              <a:off x="3501918" y="2098042"/>
              <a:ext cx="89169" cy="89562"/>
            </a:xfrm>
            <a:custGeom>
              <a:avLst/>
              <a:gdLst/>
              <a:ahLst/>
              <a:cxnLst/>
              <a:rect l="l" t="t" r="r" b="b"/>
              <a:pathLst>
                <a:path w="3025" h="3026" extrusionOk="0">
                  <a:moveTo>
                    <a:pt x="2146" y="1"/>
                  </a:moveTo>
                  <a:lnTo>
                    <a:pt x="2146" y="1"/>
                  </a:lnTo>
                  <a:cubicBezTo>
                    <a:pt x="2244" y="196"/>
                    <a:pt x="2309" y="424"/>
                    <a:pt x="2309" y="684"/>
                  </a:cubicBezTo>
                  <a:cubicBezTo>
                    <a:pt x="2309" y="1562"/>
                    <a:pt x="1594" y="2277"/>
                    <a:pt x="683" y="2277"/>
                  </a:cubicBezTo>
                  <a:cubicBezTo>
                    <a:pt x="455" y="2277"/>
                    <a:pt x="195" y="2245"/>
                    <a:pt x="0" y="2115"/>
                  </a:cubicBezTo>
                  <a:lnTo>
                    <a:pt x="0" y="2115"/>
                  </a:lnTo>
                  <a:cubicBezTo>
                    <a:pt x="260" y="2668"/>
                    <a:pt x="813" y="3025"/>
                    <a:pt x="1431" y="3025"/>
                  </a:cubicBezTo>
                  <a:cubicBezTo>
                    <a:pt x="2309" y="3025"/>
                    <a:pt x="3024" y="2310"/>
                    <a:pt x="3024" y="1432"/>
                  </a:cubicBezTo>
                  <a:cubicBezTo>
                    <a:pt x="3024" y="781"/>
                    <a:pt x="2667" y="261"/>
                    <a:pt x="2146" y="1"/>
                  </a:cubicBezTo>
                  <a:close/>
                </a:path>
              </a:pathLst>
            </a:custGeom>
            <a:solidFill>
              <a:srgbClr val="000000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38"/>
            <p:cNvSpPr/>
            <p:nvPr/>
          </p:nvSpPr>
          <p:spPr>
            <a:xfrm>
              <a:off x="3525883" y="1929603"/>
              <a:ext cx="103554" cy="137688"/>
            </a:xfrm>
            <a:custGeom>
              <a:avLst/>
              <a:gdLst/>
              <a:ahLst/>
              <a:cxnLst/>
              <a:rect l="l" t="t" r="r" b="b"/>
              <a:pathLst>
                <a:path w="3513" h="4652" extrusionOk="0">
                  <a:moveTo>
                    <a:pt x="2472" y="1"/>
                  </a:moveTo>
                  <a:lnTo>
                    <a:pt x="813" y="3155"/>
                  </a:lnTo>
                  <a:lnTo>
                    <a:pt x="195" y="4326"/>
                  </a:lnTo>
                  <a:lnTo>
                    <a:pt x="0" y="4651"/>
                  </a:lnTo>
                  <a:lnTo>
                    <a:pt x="1236" y="4651"/>
                  </a:lnTo>
                  <a:lnTo>
                    <a:pt x="1431" y="4326"/>
                  </a:lnTo>
                  <a:lnTo>
                    <a:pt x="3512" y="294"/>
                  </a:lnTo>
                  <a:lnTo>
                    <a:pt x="2569" y="34"/>
                  </a:lnTo>
                  <a:cubicBezTo>
                    <a:pt x="2537" y="34"/>
                    <a:pt x="2504" y="34"/>
                    <a:pt x="2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38"/>
            <p:cNvSpPr/>
            <p:nvPr/>
          </p:nvSpPr>
          <p:spPr>
            <a:xfrm>
              <a:off x="3531631" y="2022983"/>
              <a:ext cx="36434" cy="45255"/>
            </a:xfrm>
            <a:custGeom>
              <a:avLst/>
              <a:gdLst/>
              <a:ahLst/>
              <a:cxnLst/>
              <a:rect l="l" t="t" r="r" b="b"/>
              <a:pathLst>
                <a:path w="1236" h="1529" extrusionOk="0">
                  <a:moveTo>
                    <a:pt x="618" y="0"/>
                  </a:moveTo>
                  <a:lnTo>
                    <a:pt x="0" y="1171"/>
                  </a:lnTo>
                  <a:lnTo>
                    <a:pt x="195" y="1529"/>
                  </a:lnTo>
                  <a:lnTo>
                    <a:pt x="1041" y="1529"/>
                  </a:lnTo>
                  <a:lnTo>
                    <a:pt x="1236" y="1171"/>
                  </a:lnTo>
                  <a:lnTo>
                    <a:pt x="618" y="0"/>
                  </a:lnTo>
                  <a:close/>
                </a:path>
              </a:pathLst>
            </a:custGeom>
            <a:solidFill>
              <a:srgbClr val="000000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2390;p38"/>
            <p:cNvSpPr/>
            <p:nvPr/>
          </p:nvSpPr>
          <p:spPr>
            <a:xfrm>
              <a:off x="3458763" y="1929603"/>
              <a:ext cx="103554" cy="138635"/>
            </a:xfrm>
            <a:custGeom>
              <a:avLst/>
              <a:gdLst/>
              <a:ahLst/>
              <a:cxnLst/>
              <a:rect l="l" t="t" r="r" b="b"/>
              <a:pathLst>
                <a:path w="3513" h="4684" extrusionOk="0">
                  <a:moveTo>
                    <a:pt x="1074" y="1"/>
                  </a:moveTo>
                  <a:cubicBezTo>
                    <a:pt x="1009" y="34"/>
                    <a:pt x="976" y="34"/>
                    <a:pt x="944" y="34"/>
                  </a:cubicBezTo>
                  <a:lnTo>
                    <a:pt x="1" y="294"/>
                  </a:lnTo>
                  <a:lnTo>
                    <a:pt x="2277" y="4684"/>
                  </a:lnTo>
                  <a:lnTo>
                    <a:pt x="3513" y="4684"/>
                  </a:lnTo>
                  <a:lnTo>
                    <a:pt x="10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91" name="Google Shape;2391;p38"/>
          <p:cNvGrpSpPr/>
          <p:nvPr/>
        </p:nvGrpSpPr>
        <p:grpSpPr>
          <a:xfrm>
            <a:off x="3368687" y="2665682"/>
            <a:ext cx="268938" cy="548651"/>
            <a:chOff x="3409631" y="2822637"/>
            <a:chExt cx="268938" cy="548651"/>
          </a:xfrm>
        </p:grpSpPr>
        <p:sp>
          <p:nvSpPr>
            <p:cNvPr id="2392" name="Google Shape;2392;p38"/>
            <p:cNvSpPr/>
            <p:nvPr/>
          </p:nvSpPr>
          <p:spPr>
            <a:xfrm>
              <a:off x="3445974" y="2995594"/>
              <a:ext cx="196223" cy="242151"/>
            </a:xfrm>
            <a:custGeom>
              <a:avLst/>
              <a:gdLst/>
              <a:ahLst/>
              <a:cxnLst/>
              <a:rect l="l" t="t" r="r" b="b"/>
              <a:pathLst>
                <a:path w="6668" h="8196" extrusionOk="0">
                  <a:moveTo>
                    <a:pt x="3318" y="1"/>
                  </a:moveTo>
                  <a:cubicBezTo>
                    <a:pt x="1497" y="1"/>
                    <a:pt x="1" y="1496"/>
                    <a:pt x="1" y="3318"/>
                  </a:cubicBezTo>
                  <a:lnTo>
                    <a:pt x="1" y="6634"/>
                  </a:lnTo>
                  <a:cubicBezTo>
                    <a:pt x="1" y="7480"/>
                    <a:pt x="684" y="8195"/>
                    <a:pt x="1562" y="8195"/>
                  </a:cubicBezTo>
                  <a:lnTo>
                    <a:pt x="5106" y="8195"/>
                  </a:lnTo>
                  <a:cubicBezTo>
                    <a:pt x="5984" y="8195"/>
                    <a:pt x="6667" y="7480"/>
                    <a:pt x="6667" y="6634"/>
                  </a:cubicBezTo>
                  <a:lnTo>
                    <a:pt x="6667" y="3318"/>
                  </a:lnTo>
                  <a:cubicBezTo>
                    <a:pt x="6667" y="1496"/>
                    <a:pt x="5171" y="1"/>
                    <a:pt x="33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93;p38"/>
            <p:cNvSpPr/>
            <p:nvPr/>
          </p:nvSpPr>
          <p:spPr>
            <a:xfrm>
              <a:off x="3409631" y="3186779"/>
              <a:ext cx="268938" cy="184509"/>
            </a:xfrm>
            <a:custGeom>
              <a:avLst/>
              <a:gdLst/>
              <a:ahLst/>
              <a:cxnLst/>
              <a:rect l="l" t="t" r="r" b="b"/>
              <a:pathLst>
                <a:path w="9139" h="6245" extrusionOk="0">
                  <a:moveTo>
                    <a:pt x="3675" y="1"/>
                  </a:moveTo>
                  <a:lnTo>
                    <a:pt x="3675" y="781"/>
                  </a:lnTo>
                  <a:cubicBezTo>
                    <a:pt x="3675" y="1074"/>
                    <a:pt x="3480" y="1334"/>
                    <a:pt x="3220" y="1399"/>
                  </a:cubicBezTo>
                  <a:lnTo>
                    <a:pt x="1821" y="1789"/>
                  </a:lnTo>
                  <a:cubicBezTo>
                    <a:pt x="781" y="2017"/>
                    <a:pt x="0" y="2928"/>
                    <a:pt x="0" y="4033"/>
                  </a:cubicBezTo>
                  <a:lnTo>
                    <a:pt x="0" y="6245"/>
                  </a:lnTo>
                  <a:lnTo>
                    <a:pt x="8780" y="6245"/>
                  </a:lnTo>
                  <a:cubicBezTo>
                    <a:pt x="8975" y="6245"/>
                    <a:pt x="9138" y="6082"/>
                    <a:pt x="9138" y="5887"/>
                  </a:cubicBezTo>
                  <a:lnTo>
                    <a:pt x="9138" y="4033"/>
                  </a:lnTo>
                  <a:cubicBezTo>
                    <a:pt x="9138" y="2928"/>
                    <a:pt x="8358" y="2017"/>
                    <a:pt x="7317" y="1789"/>
                  </a:cubicBezTo>
                  <a:lnTo>
                    <a:pt x="5919" y="1399"/>
                  </a:lnTo>
                  <a:cubicBezTo>
                    <a:pt x="5658" y="1334"/>
                    <a:pt x="5463" y="1074"/>
                    <a:pt x="5463" y="781"/>
                  </a:cubicBezTo>
                  <a:lnTo>
                    <a:pt x="546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38"/>
            <p:cNvSpPr/>
            <p:nvPr/>
          </p:nvSpPr>
          <p:spPr>
            <a:xfrm>
              <a:off x="3449800" y="3328979"/>
              <a:ext cx="16303" cy="42308"/>
            </a:xfrm>
            <a:custGeom>
              <a:avLst/>
              <a:gdLst/>
              <a:ahLst/>
              <a:cxnLst/>
              <a:rect l="l" t="t" r="r" b="b"/>
              <a:pathLst>
                <a:path w="554" h="1432" extrusionOk="0">
                  <a:moveTo>
                    <a:pt x="261" y="1"/>
                  </a:moveTo>
                  <a:cubicBezTo>
                    <a:pt x="98" y="1"/>
                    <a:pt x="1" y="131"/>
                    <a:pt x="1" y="293"/>
                  </a:cubicBezTo>
                  <a:lnTo>
                    <a:pt x="1" y="1139"/>
                  </a:lnTo>
                  <a:cubicBezTo>
                    <a:pt x="1" y="1302"/>
                    <a:pt x="131" y="1432"/>
                    <a:pt x="261" y="1432"/>
                  </a:cubicBezTo>
                  <a:cubicBezTo>
                    <a:pt x="424" y="1432"/>
                    <a:pt x="554" y="1302"/>
                    <a:pt x="554" y="1139"/>
                  </a:cubicBezTo>
                  <a:lnTo>
                    <a:pt x="554" y="293"/>
                  </a:lnTo>
                  <a:cubicBezTo>
                    <a:pt x="554" y="131"/>
                    <a:pt x="424" y="1"/>
                    <a:pt x="261" y="1"/>
                  </a:cubicBezTo>
                  <a:close/>
                </a:path>
              </a:pathLst>
            </a:custGeom>
            <a:solidFill>
              <a:srgbClr val="000000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38"/>
            <p:cNvSpPr/>
            <p:nvPr/>
          </p:nvSpPr>
          <p:spPr>
            <a:xfrm>
              <a:off x="3622068" y="3328979"/>
              <a:ext cx="16303" cy="42308"/>
            </a:xfrm>
            <a:custGeom>
              <a:avLst/>
              <a:gdLst/>
              <a:ahLst/>
              <a:cxnLst/>
              <a:rect l="l" t="t" r="r" b="b"/>
              <a:pathLst>
                <a:path w="554" h="1432" extrusionOk="0">
                  <a:moveTo>
                    <a:pt x="293" y="1"/>
                  </a:moveTo>
                  <a:cubicBezTo>
                    <a:pt x="130" y="1"/>
                    <a:pt x="0" y="131"/>
                    <a:pt x="0" y="293"/>
                  </a:cubicBezTo>
                  <a:lnTo>
                    <a:pt x="0" y="1139"/>
                  </a:lnTo>
                  <a:cubicBezTo>
                    <a:pt x="0" y="1302"/>
                    <a:pt x="130" y="1432"/>
                    <a:pt x="293" y="1432"/>
                  </a:cubicBezTo>
                  <a:cubicBezTo>
                    <a:pt x="423" y="1432"/>
                    <a:pt x="553" y="1302"/>
                    <a:pt x="553" y="1139"/>
                  </a:cubicBezTo>
                  <a:lnTo>
                    <a:pt x="553" y="293"/>
                  </a:lnTo>
                  <a:cubicBezTo>
                    <a:pt x="553" y="131"/>
                    <a:pt x="423" y="1"/>
                    <a:pt x="293" y="1"/>
                  </a:cubicBezTo>
                  <a:close/>
                </a:path>
              </a:pathLst>
            </a:custGeom>
            <a:solidFill>
              <a:srgbClr val="000000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38"/>
            <p:cNvSpPr/>
            <p:nvPr/>
          </p:nvSpPr>
          <p:spPr>
            <a:xfrm>
              <a:off x="3504358" y="3186779"/>
              <a:ext cx="79454" cy="52945"/>
            </a:xfrm>
            <a:custGeom>
              <a:avLst/>
              <a:gdLst/>
              <a:ahLst/>
              <a:cxnLst/>
              <a:rect l="l" t="t" r="r" b="b"/>
              <a:pathLst>
                <a:path w="2700" h="1792" extrusionOk="0">
                  <a:moveTo>
                    <a:pt x="456" y="1"/>
                  </a:moveTo>
                  <a:lnTo>
                    <a:pt x="456" y="781"/>
                  </a:lnTo>
                  <a:cubicBezTo>
                    <a:pt x="456" y="1074"/>
                    <a:pt x="261" y="1334"/>
                    <a:pt x="1" y="1399"/>
                  </a:cubicBezTo>
                  <a:cubicBezTo>
                    <a:pt x="185" y="1523"/>
                    <a:pt x="663" y="1792"/>
                    <a:pt x="1349" y="1792"/>
                  </a:cubicBezTo>
                  <a:cubicBezTo>
                    <a:pt x="1387" y="1792"/>
                    <a:pt x="1425" y="1791"/>
                    <a:pt x="1464" y="1789"/>
                  </a:cubicBezTo>
                  <a:cubicBezTo>
                    <a:pt x="2049" y="1757"/>
                    <a:pt x="2505" y="1529"/>
                    <a:pt x="2700" y="1399"/>
                  </a:cubicBezTo>
                  <a:cubicBezTo>
                    <a:pt x="2439" y="1334"/>
                    <a:pt x="2244" y="1074"/>
                    <a:pt x="2244" y="781"/>
                  </a:cubicBezTo>
                  <a:lnTo>
                    <a:pt x="2244" y="1"/>
                  </a:lnTo>
                  <a:close/>
                </a:path>
              </a:pathLst>
            </a:custGeom>
            <a:solidFill>
              <a:srgbClr val="FFC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2397;p38"/>
            <p:cNvSpPr/>
            <p:nvPr/>
          </p:nvSpPr>
          <p:spPr>
            <a:xfrm>
              <a:off x="3517748" y="3186779"/>
              <a:ext cx="58414" cy="37522"/>
            </a:xfrm>
            <a:custGeom>
              <a:avLst/>
              <a:gdLst/>
              <a:ahLst/>
              <a:cxnLst/>
              <a:rect l="l" t="t" r="r" b="b"/>
              <a:pathLst>
                <a:path w="1985" h="1270" extrusionOk="0">
                  <a:moveTo>
                    <a:pt x="1" y="1"/>
                  </a:moveTo>
                  <a:lnTo>
                    <a:pt x="1" y="781"/>
                  </a:lnTo>
                  <a:lnTo>
                    <a:pt x="1" y="846"/>
                  </a:lnTo>
                  <a:lnTo>
                    <a:pt x="33" y="879"/>
                  </a:lnTo>
                  <a:cubicBezTo>
                    <a:pt x="293" y="1107"/>
                    <a:pt x="619" y="1269"/>
                    <a:pt x="976" y="1269"/>
                  </a:cubicBezTo>
                  <a:lnTo>
                    <a:pt x="1984" y="1269"/>
                  </a:lnTo>
                  <a:cubicBezTo>
                    <a:pt x="1854" y="1139"/>
                    <a:pt x="1789" y="976"/>
                    <a:pt x="1789" y="781"/>
                  </a:cubicBezTo>
                  <a:lnTo>
                    <a:pt x="1789" y="1"/>
                  </a:lnTo>
                  <a:close/>
                </a:path>
              </a:pathLst>
            </a:custGeom>
            <a:solidFill>
              <a:srgbClr val="FFB0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2398;p38"/>
            <p:cNvSpPr/>
            <p:nvPr/>
          </p:nvSpPr>
          <p:spPr>
            <a:xfrm>
              <a:off x="3476608" y="3069574"/>
              <a:ext cx="134955" cy="132628"/>
            </a:xfrm>
            <a:custGeom>
              <a:avLst/>
              <a:gdLst/>
              <a:ahLst/>
              <a:cxnLst/>
              <a:rect l="l" t="t" r="r" b="b"/>
              <a:pathLst>
                <a:path w="4586" h="4489" extrusionOk="0">
                  <a:moveTo>
                    <a:pt x="3155" y="1"/>
                  </a:moveTo>
                  <a:cubicBezTo>
                    <a:pt x="2927" y="196"/>
                    <a:pt x="2472" y="618"/>
                    <a:pt x="1756" y="814"/>
                  </a:cubicBezTo>
                  <a:cubicBezTo>
                    <a:pt x="1403" y="931"/>
                    <a:pt x="1069" y="969"/>
                    <a:pt x="783" y="969"/>
                  </a:cubicBezTo>
                  <a:cubicBezTo>
                    <a:pt x="437" y="969"/>
                    <a:pt x="161" y="914"/>
                    <a:pt x="0" y="879"/>
                  </a:cubicBezTo>
                  <a:lnTo>
                    <a:pt x="0" y="2700"/>
                  </a:lnTo>
                  <a:cubicBezTo>
                    <a:pt x="0" y="3122"/>
                    <a:pt x="163" y="3578"/>
                    <a:pt x="488" y="3870"/>
                  </a:cubicBezTo>
                  <a:lnTo>
                    <a:pt x="716" y="4098"/>
                  </a:lnTo>
                  <a:cubicBezTo>
                    <a:pt x="944" y="4358"/>
                    <a:pt x="1269" y="4488"/>
                    <a:pt x="1626" y="4488"/>
                  </a:cubicBezTo>
                  <a:lnTo>
                    <a:pt x="2960" y="4488"/>
                  </a:lnTo>
                  <a:cubicBezTo>
                    <a:pt x="3285" y="4488"/>
                    <a:pt x="3643" y="4358"/>
                    <a:pt x="3870" y="4098"/>
                  </a:cubicBezTo>
                  <a:lnTo>
                    <a:pt x="4098" y="3870"/>
                  </a:lnTo>
                  <a:cubicBezTo>
                    <a:pt x="4423" y="3578"/>
                    <a:pt x="4586" y="3122"/>
                    <a:pt x="4586" y="2700"/>
                  </a:cubicBezTo>
                  <a:lnTo>
                    <a:pt x="4586" y="879"/>
                  </a:lnTo>
                  <a:cubicBezTo>
                    <a:pt x="4456" y="879"/>
                    <a:pt x="4098" y="879"/>
                    <a:pt x="3708" y="651"/>
                  </a:cubicBezTo>
                  <a:cubicBezTo>
                    <a:pt x="3382" y="423"/>
                    <a:pt x="3220" y="131"/>
                    <a:pt x="3155" y="1"/>
                  </a:cubicBezTo>
                  <a:close/>
                </a:path>
              </a:pathLst>
            </a:custGeom>
            <a:solidFill>
              <a:srgbClr val="FFC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99;p38"/>
            <p:cNvSpPr/>
            <p:nvPr/>
          </p:nvSpPr>
          <p:spPr>
            <a:xfrm>
              <a:off x="3445974" y="3102251"/>
              <a:ext cx="30663" cy="47095"/>
            </a:xfrm>
            <a:custGeom>
              <a:avLst/>
              <a:gdLst/>
              <a:ahLst/>
              <a:cxnLst/>
              <a:rect l="l" t="t" r="r" b="b"/>
              <a:pathLst>
                <a:path w="1042" h="1594" extrusionOk="0">
                  <a:moveTo>
                    <a:pt x="456" y="0"/>
                  </a:moveTo>
                  <a:cubicBezTo>
                    <a:pt x="196" y="0"/>
                    <a:pt x="1" y="195"/>
                    <a:pt x="1" y="455"/>
                  </a:cubicBezTo>
                  <a:lnTo>
                    <a:pt x="1" y="1138"/>
                  </a:lnTo>
                  <a:cubicBezTo>
                    <a:pt x="1" y="1399"/>
                    <a:pt x="196" y="1594"/>
                    <a:pt x="456" y="1594"/>
                  </a:cubicBezTo>
                  <a:lnTo>
                    <a:pt x="1041" y="1594"/>
                  </a:lnTo>
                  <a:lnTo>
                    <a:pt x="1041" y="0"/>
                  </a:lnTo>
                  <a:close/>
                </a:path>
              </a:pathLst>
            </a:custGeom>
            <a:solidFill>
              <a:srgbClr val="FFB0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38"/>
            <p:cNvSpPr/>
            <p:nvPr/>
          </p:nvSpPr>
          <p:spPr>
            <a:xfrm>
              <a:off x="3611533" y="3102251"/>
              <a:ext cx="30663" cy="47095"/>
            </a:xfrm>
            <a:custGeom>
              <a:avLst/>
              <a:gdLst/>
              <a:ahLst/>
              <a:cxnLst/>
              <a:rect l="l" t="t" r="r" b="b"/>
              <a:pathLst>
                <a:path w="1042" h="1594" extrusionOk="0">
                  <a:moveTo>
                    <a:pt x="1" y="0"/>
                  </a:moveTo>
                  <a:lnTo>
                    <a:pt x="1" y="1594"/>
                  </a:lnTo>
                  <a:lnTo>
                    <a:pt x="586" y="1594"/>
                  </a:lnTo>
                  <a:cubicBezTo>
                    <a:pt x="846" y="1594"/>
                    <a:pt x="1041" y="1399"/>
                    <a:pt x="1041" y="1138"/>
                  </a:cubicBezTo>
                  <a:lnTo>
                    <a:pt x="1041" y="455"/>
                  </a:lnTo>
                  <a:cubicBezTo>
                    <a:pt x="1041" y="195"/>
                    <a:pt x="846" y="0"/>
                    <a:pt x="586" y="0"/>
                  </a:cubicBezTo>
                  <a:close/>
                </a:path>
              </a:pathLst>
            </a:custGeom>
            <a:solidFill>
              <a:srgbClr val="FFB0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38"/>
            <p:cNvSpPr/>
            <p:nvPr/>
          </p:nvSpPr>
          <p:spPr>
            <a:xfrm>
              <a:off x="3475637" y="2822637"/>
              <a:ext cx="135926" cy="136468"/>
            </a:xfrm>
            <a:custGeom>
              <a:avLst/>
              <a:gdLst/>
              <a:ahLst/>
              <a:cxnLst/>
              <a:rect l="l" t="t" r="r" b="b"/>
              <a:pathLst>
                <a:path w="4619" h="4619" extrusionOk="0">
                  <a:moveTo>
                    <a:pt x="2310" y="1"/>
                  </a:moveTo>
                  <a:cubicBezTo>
                    <a:pt x="1042" y="1"/>
                    <a:pt x="1" y="1042"/>
                    <a:pt x="1" y="2310"/>
                  </a:cubicBezTo>
                  <a:cubicBezTo>
                    <a:pt x="1" y="3611"/>
                    <a:pt x="1042" y="4619"/>
                    <a:pt x="2310" y="4619"/>
                  </a:cubicBezTo>
                  <a:cubicBezTo>
                    <a:pt x="3611" y="4619"/>
                    <a:pt x="4619" y="3611"/>
                    <a:pt x="4619" y="2310"/>
                  </a:cubicBezTo>
                  <a:cubicBezTo>
                    <a:pt x="4619" y="1042"/>
                    <a:pt x="3611" y="1"/>
                    <a:pt x="23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38"/>
            <p:cNvSpPr/>
            <p:nvPr/>
          </p:nvSpPr>
          <p:spPr>
            <a:xfrm>
              <a:off x="3506271" y="2868757"/>
              <a:ext cx="75629" cy="52886"/>
            </a:xfrm>
            <a:custGeom>
              <a:avLst/>
              <a:gdLst/>
              <a:ahLst/>
              <a:cxnLst/>
              <a:rect l="l" t="t" r="r" b="b"/>
              <a:pathLst>
                <a:path w="2570" h="1790" extrusionOk="0">
                  <a:moveTo>
                    <a:pt x="2257" y="1"/>
                  </a:moveTo>
                  <a:cubicBezTo>
                    <a:pt x="2187" y="1"/>
                    <a:pt x="2114" y="33"/>
                    <a:pt x="2049" y="98"/>
                  </a:cubicBezTo>
                  <a:lnTo>
                    <a:pt x="911" y="1237"/>
                  </a:lnTo>
                  <a:lnTo>
                    <a:pt x="488" y="814"/>
                  </a:lnTo>
                  <a:cubicBezTo>
                    <a:pt x="440" y="765"/>
                    <a:pt x="375" y="741"/>
                    <a:pt x="305" y="741"/>
                  </a:cubicBezTo>
                  <a:cubicBezTo>
                    <a:pt x="236" y="741"/>
                    <a:pt x="163" y="765"/>
                    <a:pt x="98" y="814"/>
                  </a:cubicBezTo>
                  <a:cubicBezTo>
                    <a:pt x="1" y="911"/>
                    <a:pt x="1" y="1107"/>
                    <a:pt x="98" y="1204"/>
                  </a:cubicBezTo>
                  <a:lnTo>
                    <a:pt x="586" y="1659"/>
                  </a:lnTo>
                  <a:cubicBezTo>
                    <a:pt x="651" y="1757"/>
                    <a:pt x="781" y="1789"/>
                    <a:pt x="911" y="1789"/>
                  </a:cubicBezTo>
                  <a:cubicBezTo>
                    <a:pt x="1041" y="1789"/>
                    <a:pt x="1171" y="1757"/>
                    <a:pt x="1269" y="1659"/>
                  </a:cubicBezTo>
                  <a:lnTo>
                    <a:pt x="2440" y="489"/>
                  </a:lnTo>
                  <a:cubicBezTo>
                    <a:pt x="2570" y="359"/>
                    <a:pt x="2570" y="196"/>
                    <a:pt x="2440" y="98"/>
                  </a:cubicBezTo>
                  <a:cubicBezTo>
                    <a:pt x="2391" y="33"/>
                    <a:pt x="2326" y="1"/>
                    <a:pt x="22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03" name="Google Shape;2403;p38"/>
          <p:cNvGrpSpPr/>
          <p:nvPr/>
        </p:nvGrpSpPr>
        <p:grpSpPr>
          <a:xfrm>
            <a:off x="647599" y="2635900"/>
            <a:ext cx="613739" cy="602865"/>
            <a:chOff x="2461125" y="2860863"/>
            <a:chExt cx="464250" cy="456025"/>
          </a:xfrm>
        </p:grpSpPr>
        <p:sp>
          <p:nvSpPr>
            <p:cNvPr id="2404" name="Google Shape;2404;p38"/>
            <p:cNvSpPr/>
            <p:nvPr/>
          </p:nvSpPr>
          <p:spPr>
            <a:xfrm>
              <a:off x="2553000" y="3048188"/>
              <a:ext cx="250425" cy="236800"/>
            </a:xfrm>
            <a:custGeom>
              <a:avLst/>
              <a:gdLst/>
              <a:ahLst/>
              <a:cxnLst/>
              <a:rect l="l" t="t" r="r" b="b"/>
              <a:pathLst>
                <a:path w="10017" h="9472" extrusionOk="0">
                  <a:moveTo>
                    <a:pt x="3662" y="0"/>
                  </a:moveTo>
                  <a:cubicBezTo>
                    <a:pt x="3580" y="0"/>
                    <a:pt x="3498" y="3"/>
                    <a:pt x="3415" y="8"/>
                  </a:cubicBezTo>
                  <a:lnTo>
                    <a:pt x="98" y="3357"/>
                  </a:lnTo>
                  <a:cubicBezTo>
                    <a:pt x="0" y="4398"/>
                    <a:pt x="390" y="5439"/>
                    <a:pt x="1138" y="6187"/>
                  </a:cubicBezTo>
                  <a:lnTo>
                    <a:pt x="4423" y="9471"/>
                  </a:lnTo>
                  <a:lnTo>
                    <a:pt x="10016" y="4788"/>
                  </a:lnTo>
                  <a:lnTo>
                    <a:pt x="6276" y="1049"/>
                  </a:lnTo>
                  <a:cubicBezTo>
                    <a:pt x="5586" y="358"/>
                    <a:pt x="4647" y="0"/>
                    <a:pt x="3662" y="0"/>
                  </a:cubicBezTo>
                  <a:close/>
                </a:path>
              </a:pathLst>
            </a:custGeom>
            <a:solidFill>
              <a:srgbClr val="D78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38"/>
            <p:cNvSpPr/>
            <p:nvPr/>
          </p:nvSpPr>
          <p:spPr>
            <a:xfrm>
              <a:off x="2730225" y="3094713"/>
              <a:ext cx="95950" cy="125625"/>
            </a:xfrm>
            <a:custGeom>
              <a:avLst/>
              <a:gdLst/>
              <a:ahLst/>
              <a:cxnLst/>
              <a:rect l="l" t="t" r="r" b="b"/>
              <a:pathLst>
                <a:path w="3838" h="5025" extrusionOk="0">
                  <a:moveTo>
                    <a:pt x="0" y="1"/>
                  </a:moveTo>
                  <a:lnTo>
                    <a:pt x="261" y="2830"/>
                  </a:lnTo>
                  <a:lnTo>
                    <a:pt x="2212" y="4781"/>
                  </a:lnTo>
                  <a:cubicBezTo>
                    <a:pt x="2374" y="4944"/>
                    <a:pt x="2602" y="5025"/>
                    <a:pt x="2834" y="5025"/>
                  </a:cubicBezTo>
                  <a:cubicBezTo>
                    <a:pt x="3065" y="5025"/>
                    <a:pt x="3301" y="4944"/>
                    <a:pt x="3480" y="4781"/>
                  </a:cubicBezTo>
                  <a:cubicBezTo>
                    <a:pt x="3838" y="4423"/>
                    <a:pt x="3838" y="3838"/>
                    <a:pt x="3480" y="348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D78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38"/>
            <p:cNvSpPr/>
            <p:nvPr/>
          </p:nvSpPr>
          <p:spPr>
            <a:xfrm>
              <a:off x="2736725" y="3152063"/>
              <a:ext cx="89450" cy="68500"/>
            </a:xfrm>
            <a:custGeom>
              <a:avLst/>
              <a:gdLst/>
              <a:ahLst/>
              <a:cxnLst/>
              <a:rect l="l" t="t" r="r" b="b"/>
              <a:pathLst>
                <a:path w="3578" h="2740" extrusionOk="0">
                  <a:moveTo>
                    <a:pt x="126" y="1"/>
                  </a:moveTo>
                  <a:cubicBezTo>
                    <a:pt x="58" y="1"/>
                    <a:pt x="1" y="59"/>
                    <a:pt x="1" y="146"/>
                  </a:cubicBezTo>
                  <a:cubicBezTo>
                    <a:pt x="1" y="373"/>
                    <a:pt x="98" y="633"/>
                    <a:pt x="261" y="796"/>
                  </a:cubicBezTo>
                  <a:lnTo>
                    <a:pt x="1919" y="2454"/>
                  </a:lnTo>
                  <a:cubicBezTo>
                    <a:pt x="2106" y="2641"/>
                    <a:pt x="2347" y="2739"/>
                    <a:pt x="2584" y="2739"/>
                  </a:cubicBezTo>
                  <a:cubicBezTo>
                    <a:pt x="2802" y="2739"/>
                    <a:pt x="3017" y="2658"/>
                    <a:pt x="3188" y="2487"/>
                  </a:cubicBezTo>
                  <a:cubicBezTo>
                    <a:pt x="3480" y="2227"/>
                    <a:pt x="3578" y="1804"/>
                    <a:pt x="3415" y="1479"/>
                  </a:cubicBezTo>
                  <a:lnTo>
                    <a:pt x="3415" y="1479"/>
                  </a:lnTo>
                  <a:cubicBezTo>
                    <a:pt x="3383" y="1576"/>
                    <a:pt x="3318" y="1674"/>
                    <a:pt x="3220" y="1739"/>
                  </a:cubicBezTo>
                  <a:cubicBezTo>
                    <a:pt x="3041" y="1918"/>
                    <a:pt x="2805" y="2007"/>
                    <a:pt x="2570" y="2007"/>
                  </a:cubicBezTo>
                  <a:cubicBezTo>
                    <a:pt x="2334" y="2007"/>
                    <a:pt x="2098" y="1918"/>
                    <a:pt x="1919" y="1739"/>
                  </a:cubicBezTo>
                  <a:lnTo>
                    <a:pt x="228" y="48"/>
                  </a:lnTo>
                  <a:cubicBezTo>
                    <a:pt x="196" y="15"/>
                    <a:pt x="160" y="1"/>
                    <a:pt x="126" y="1"/>
                  </a:cubicBezTo>
                  <a:close/>
                </a:path>
              </a:pathLst>
            </a:custGeom>
            <a:solidFill>
              <a:srgbClr val="CA6E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38"/>
            <p:cNvSpPr/>
            <p:nvPr/>
          </p:nvSpPr>
          <p:spPr>
            <a:xfrm>
              <a:off x="2704200" y="3165438"/>
              <a:ext cx="89450" cy="87225"/>
            </a:xfrm>
            <a:custGeom>
              <a:avLst/>
              <a:gdLst/>
              <a:ahLst/>
              <a:cxnLst/>
              <a:rect l="l" t="t" r="r" b="b"/>
              <a:pathLst>
                <a:path w="3578" h="3489" extrusionOk="0">
                  <a:moveTo>
                    <a:pt x="1302" y="1"/>
                  </a:moveTo>
                  <a:lnTo>
                    <a:pt x="1" y="1269"/>
                  </a:lnTo>
                  <a:lnTo>
                    <a:pt x="1952" y="3220"/>
                  </a:lnTo>
                  <a:cubicBezTo>
                    <a:pt x="2131" y="3399"/>
                    <a:pt x="2367" y="3488"/>
                    <a:pt x="2602" y="3488"/>
                  </a:cubicBezTo>
                  <a:cubicBezTo>
                    <a:pt x="2838" y="3488"/>
                    <a:pt x="3074" y="3399"/>
                    <a:pt x="3253" y="3220"/>
                  </a:cubicBezTo>
                  <a:cubicBezTo>
                    <a:pt x="3578" y="2862"/>
                    <a:pt x="3578" y="2277"/>
                    <a:pt x="3253" y="1952"/>
                  </a:cubicBezTo>
                  <a:lnTo>
                    <a:pt x="1302" y="1"/>
                  </a:lnTo>
                  <a:close/>
                </a:path>
              </a:pathLst>
            </a:custGeom>
            <a:solidFill>
              <a:srgbClr val="D78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38"/>
            <p:cNvSpPr/>
            <p:nvPr/>
          </p:nvSpPr>
          <p:spPr>
            <a:xfrm>
              <a:off x="2704200" y="3184588"/>
              <a:ext cx="89450" cy="68175"/>
            </a:xfrm>
            <a:custGeom>
              <a:avLst/>
              <a:gdLst/>
              <a:ahLst/>
              <a:cxnLst/>
              <a:rect l="l" t="t" r="r" b="b"/>
              <a:pathLst>
                <a:path w="3578" h="2727" extrusionOk="0">
                  <a:moveTo>
                    <a:pt x="150" y="1"/>
                  </a:moveTo>
                  <a:cubicBezTo>
                    <a:pt x="73" y="1"/>
                    <a:pt x="1" y="59"/>
                    <a:pt x="1" y="145"/>
                  </a:cubicBezTo>
                  <a:cubicBezTo>
                    <a:pt x="1" y="373"/>
                    <a:pt x="98" y="601"/>
                    <a:pt x="261" y="763"/>
                  </a:cubicBezTo>
                  <a:lnTo>
                    <a:pt x="1952" y="2454"/>
                  </a:lnTo>
                  <a:cubicBezTo>
                    <a:pt x="2118" y="2637"/>
                    <a:pt x="2353" y="2727"/>
                    <a:pt x="2591" y="2727"/>
                  </a:cubicBezTo>
                  <a:cubicBezTo>
                    <a:pt x="2817" y="2727"/>
                    <a:pt x="3046" y="2645"/>
                    <a:pt x="3220" y="2487"/>
                  </a:cubicBezTo>
                  <a:cubicBezTo>
                    <a:pt x="3513" y="2194"/>
                    <a:pt x="3578" y="1804"/>
                    <a:pt x="3415" y="1446"/>
                  </a:cubicBezTo>
                  <a:lnTo>
                    <a:pt x="3415" y="1446"/>
                  </a:lnTo>
                  <a:cubicBezTo>
                    <a:pt x="3383" y="1544"/>
                    <a:pt x="3318" y="1641"/>
                    <a:pt x="3253" y="1739"/>
                  </a:cubicBezTo>
                  <a:cubicBezTo>
                    <a:pt x="3082" y="1909"/>
                    <a:pt x="2859" y="1991"/>
                    <a:pt x="2634" y="1991"/>
                  </a:cubicBezTo>
                  <a:cubicBezTo>
                    <a:pt x="2388" y="1991"/>
                    <a:pt x="2139" y="1893"/>
                    <a:pt x="1952" y="1706"/>
                  </a:cubicBezTo>
                  <a:lnTo>
                    <a:pt x="261" y="48"/>
                  </a:lnTo>
                  <a:cubicBezTo>
                    <a:pt x="228" y="15"/>
                    <a:pt x="189" y="1"/>
                    <a:pt x="150" y="1"/>
                  </a:cubicBezTo>
                  <a:close/>
                </a:path>
              </a:pathLst>
            </a:custGeom>
            <a:solidFill>
              <a:srgbClr val="CA6E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38"/>
            <p:cNvSpPr/>
            <p:nvPr/>
          </p:nvSpPr>
          <p:spPr>
            <a:xfrm>
              <a:off x="2672500" y="3197138"/>
              <a:ext cx="89450" cy="87425"/>
            </a:xfrm>
            <a:custGeom>
              <a:avLst/>
              <a:gdLst/>
              <a:ahLst/>
              <a:cxnLst/>
              <a:rect l="l" t="t" r="r" b="b"/>
              <a:pathLst>
                <a:path w="3578" h="3497" extrusionOk="0">
                  <a:moveTo>
                    <a:pt x="1269" y="1"/>
                  </a:moveTo>
                  <a:lnTo>
                    <a:pt x="1" y="1269"/>
                  </a:lnTo>
                  <a:lnTo>
                    <a:pt x="1952" y="3253"/>
                  </a:lnTo>
                  <a:cubicBezTo>
                    <a:pt x="2114" y="3416"/>
                    <a:pt x="2342" y="3497"/>
                    <a:pt x="2574" y="3497"/>
                  </a:cubicBezTo>
                  <a:cubicBezTo>
                    <a:pt x="2805" y="3497"/>
                    <a:pt x="3041" y="3416"/>
                    <a:pt x="3220" y="3253"/>
                  </a:cubicBezTo>
                  <a:cubicBezTo>
                    <a:pt x="3578" y="2895"/>
                    <a:pt x="3578" y="2310"/>
                    <a:pt x="3220" y="1952"/>
                  </a:cubicBezTo>
                  <a:lnTo>
                    <a:pt x="1269" y="1"/>
                  </a:lnTo>
                  <a:close/>
                </a:path>
              </a:pathLst>
            </a:custGeom>
            <a:solidFill>
              <a:srgbClr val="D78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38"/>
            <p:cNvSpPr/>
            <p:nvPr/>
          </p:nvSpPr>
          <p:spPr>
            <a:xfrm>
              <a:off x="2601775" y="3223163"/>
              <a:ext cx="128475" cy="93725"/>
            </a:xfrm>
            <a:custGeom>
              <a:avLst/>
              <a:gdLst/>
              <a:ahLst/>
              <a:cxnLst/>
              <a:rect l="l" t="t" r="r" b="b"/>
              <a:pathLst>
                <a:path w="5139" h="3749" extrusionOk="0">
                  <a:moveTo>
                    <a:pt x="0" y="1"/>
                  </a:moveTo>
                  <a:lnTo>
                    <a:pt x="3480" y="3480"/>
                  </a:lnTo>
                  <a:cubicBezTo>
                    <a:pt x="3659" y="3659"/>
                    <a:pt x="3895" y="3749"/>
                    <a:pt x="4130" y="3749"/>
                  </a:cubicBezTo>
                  <a:cubicBezTo>
                    <a:pt x="4366" y="3749"/>
                    <a:pt x="4602" y="3659"/>
                    <a:pt x="4781" y="3480"/>
                  </a:cubicBezTo>
                  <a:cubicBezTo>
                    <a:pt x="5138" y="3123"/>
                    <a:pt x="5138" y="2537"/>
                    <a:pt x="4781" y="2179"/>
                  </a:cubicBezTo>
                  <a:lnTo>
                    <a:pt x="2830" y="22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D78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38"/>
            <p:cNvSpPr/>
            <p:nvPr/>
          </p:nvSpPr>
          <p:spPr>
            <a:xfrm>
              <a:off x="2671700" y="3216313"/>
              <a:ext cx="89450" cy="68475"/>
            </a:xfrm>
            <a:custGeom>
              <a:avLst/>
              <a:gdLst/>
              <a:ahLst/>
              <a:cxnLst/>
              <a:rect l="l" t="t" r="r" b="b"/>
              <a:pathLst>
                <a:path w="3578" h="2739" extrusionOk="0">
                  <a:moveTo>
                    <a:pt x="149" y="0"/>
                  </a:moveTo>
                  <a:cubicBezTo>
                    <a:pt x="72" y="0"/>
                    <a:pt x="0" y="58"/>
                    <a:pt x="0" y="145"/>
                  </a:cubicBezTo>
                  <a:cubicBezTo>
                    <a:pt x="0" y="405"/>
                    <a:pt x="130" y="632"/>
                    <a:pt x="293" y="795"/>
                  </a:cubicBezTo>
                  <a:lnTo>
                    <a:pt x="1951" y="2453"/>
                  </a:lnTo>
                  <a:cubicBezTo>
                    <a:pt x="2138" y="2640"/>
                    <a:pt x="2378" y="2739"/>
                    <a:pt x="2616" y="2739"/>
                  </a:cubicBezTo>
                  <a:cubicBezTo>
                    <a:pt x="2834" y="2739"/>
                    <a:pt x="3049" y="2657"/>
                    <a:pt x="3219" y="2486"/>
                  </a:cubicBezTo>
                  <a:cubicBezTo>
                    <a:pt x="3512" y="2226"/>
                    <a:pt x="3577" y="1803"/>
                    <a:pt x="3447" y="1478"/>
                  </a:cubicBezTo>
                  <a:lnTo>
                    <a:pt x="3447" y="1478"/>
                  </a:lnTo>
                  <a:cubicBezTo>
                    <a:pt x="3415" y="1575"/>
                    <a:pt x="3350" y="1673"/>
                    <a:pt x="3252" y="1738"/>
                  </a:cubicBezTo>
                  <a:cubicBezTo>
                    <a:pt x="3073" y="1917"/>
                    <a:pt x="2837" y="2006"/>
                    <a:pt x="2602" y="2006"/>
                  </a:cubicBezTo>
                  <a:cubicBezTo>
                    <a:pt x="2366" y="2006"/>
                    <a:pt x="2130" y="1917"/>
                    <a:pt x="1951" y="1738"/>
                  </a:cubicBezTo>
                  <a:lnTo>
                    <a:pt x="260" y="47"/>
                  </a:lnTo>
                  <a:cubicBezTo>
                    <a:pt x="228" y="14"/>
                    <a:pt x="188" y="0"/>
                    <a:pt x="149" y="0"/>
                  </a:cubicBezTo>
                  <a:close/>
                </a:path>
              </a:pathLst>
            </a:custGeom>
            <a:solidFill>
              <a:srgbClr val="CA6E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38"/>
            <p:cNvSpPr/>
            <p:nvPr/>
          </p:nvSpPr>
          <p:spPr>
            <a:xfrm>
              <a:off x="2639975" y="3243488"/>
              <a:ext cx="89450" cy="73200"/>
            </a:xfrm>
            <a:custGeom>
              <a:avLst/>
              <a:gdLst/>
              <a:ahLst/>
              <a:cxnLst/>
              <a:rect l="l" t="t" r="r" b="b"/>
              <a:pathLst>
                <a:path w="3578" h="2928" extrusionOk="0">
                  <a:moveTo>
                    <a:pt x="1" y="1"/>
                  </a:moveTo>
                  <a:cubicBezTo>
                    <a:pt x="1" y="456"/>
                    <a:pt x="196" y="911"/>
                    <a:pt x="521" y="1236"/>
                  </a:cubicBezTo>
                  <a:lnTo>
                    <a:pt x="1952" y="2667"/>
                  </a:lnTo>
                  <a:cubicBezTo>
                    <a:pt x="2123" y="2838"/>
                    <a:pt x="2365" y="2928"/>
                    <a:pt x="2609" y="2928"/>
                  </a:cubicBezTo>
                  <a:cubicBezTo>
                    <a:pt x="2829" y="2928"/>
                    <a:pt x="3050" y="2854"/>
                    <a:pt x="3220" y="2700"/>
                  </a:cubicBezTo>
                  <a:cubicBezTo>
                    <a:pt x="3513" y="2407"/>
                    <a:pt x="3578" y="2017"/>
                    <a:pt x="3415" y="1659"/>
                  </a:cubicBezTo>
                  <a:lnTo>
                    <a:pt x="3415" y="1659"/>
                  </a:lnTo>
                  <a:cubicBezTo>
                    <a:pt x="3383" y="1757"/>
                    <a:pt x="3318" y="1854"/>
                    <a:pt x="3253" y="1952"/>
                  </a:cubicBezTo>
                  <a:cubicBezTo>
                    <a:pt x="3082" y="2123"/>
                    <a:pt x="2852" y="2204"/>
                    <a:pt x="2623" y="2204"/>
                  </a:cubicBezTo>
                  <a:cubicBezTo>
                    <a:pt x="2372" y="2204"/>
                    <a:pt x="2122" y="2106"/>
                    <a:pt x="1952" y="191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CA6E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38"/>
            <p:cNvSpPr/>
            <p:nvPr/>
          </p:nvSpPr>
          <p:spPr>
            <a:xfrm>
              <a:off x="2461125" y="2860863"/>
              <a:ext cx="185375" cy="275950"/>
            </a:xfrm>
            <a:custGeom>
              <a:avLst/>
              <a:gdLst/>
              <a:ahLst/>
              <a:cxnLst/>
              <a:rect l="l" t="t" r="r" b="b"/>
              <a:pathLst>
                <a:path w="7415" h="11038" extrusionOk="0">
                  <a:moveTo>
                    <a:pt x="796" y="0"/>
                  </a:moveTo>
                  <a:cubicBezTo>
                    <a:pt x="771" y="0"/>
                    <a:pt x="748" y="16"/>
                    <a:pt x="748" y="54"/>
                  </a:cubicBezTo>
                  <a:lnTo>
                    <a:pt x="0" y="8216"/>
                  </a:lnTo>
                  <a:cubicBezTo>
                    <a:pt x="0" y="8314"/>
                    <a:pt x="33" y="8444"/>
                    <a:pt x="98" y="8509"/>
                  </a:cubicBezTo>
                  <a:lnTo>
                    <a:pt x="2342" y="10720"/>
                  </a:lnTo>
                  <a:cubicBezTo>
                    <a:pt x="2553" y="10932"/>
                    <a:pt x="2830" y="11037"/>
                    <a:pt x="3106" y="11037"/>
                  </a:cubicBezTo>
                  <a:cubicBezTo>
                    <a:pt x="3383" y="11037"/>
                    <a:pt x="3659" y="10932"/>
                    <a:pt x="3870" y="10720"/>
                  </a:cubicBezTo>
                  <a:lnTo>
                    <a:pt x="6992" y="7631"/>
                  </a:lnTo>
                  <a:cubicBezTo>
                    <a:pt x="7415" y="7208"/>
                    <a:pt x="7415" y="6493"/>
                    <a:pt x="6960" y="6070"/>
                  </a:cubicBezTo>
                  <a:lnTo>
                    <a:pt x="846" y="21"/>
                  </a:lnTo>
                  <a:cubicBezTo>
                    <a:pt x="833" y="8"/>
                    <a:pt x="813" y="0"/>
                    <a:pt x="7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38"/>
            <p:cNvSpPr/>
            <p:nvPr/>
          </p:nvSpPr>
          <p:spPr>
            <a:xfrm>
              <a:off x="2618850" y="3256288"/>
              <a:ext cx="64250" cy="60600"/>
            </a:xfrm>
            <a:custGeom>
              <a:avLst/>
              <a:gdLst/>
              <a:ahLst/>
              <a:cxnLst/>
              <a:rect l="l" t="t" r="r" b="b"/>
              <a:pathLst>
                <a:path w="2570" h="2424" extrusionOk="0">
                  <a:moveTo>
                    <a:pt x="1594" y="1"/>
                  </a:moveTo>
                  <a:cubicBezTo>
                    <a:pt x="1358" y="1"/>
                    <a:pt x="1122" y="90"/>
                    <a:pt x="943" y="269"/>
                  </a:cubicBezTo>
                  <a:lnTo>
                    <a:pt x="358" y="854"/>
                  </a:lnTo>
                  <a:cubicBezTo>
                    <a:pt x="0" y="1212"/>
                    <a:pt x="0" y="1798"/>
                    <a:pt x="358" y="2155"/>
                  </a:cubicBezTo>
                  <a:cubicBezTo>
                    <a:pt x="537" y="2334"/>
                    <a:pt x="764" y="2424"/>
                    <a:pt x="992" y="2424"/>
                  </a:cubicBezTo>
                  <a:cubicBezTo>
                    <a:pt x="1220" y="2424"/>
                    <a:pt x="1447" y="2334"/>
                    <a:pt x="1626" y="2155"/>
                  </a:cubicBezTo>
                  <a:lnTo>
                    <a:pt x="2244" y="1570"/>
                  </a:lnTo>
                  <a:cubicBezTo>
                    <a:pt x="2569" y="1212"/>
                    <a:pt x="2569" y="627"/>
                    <a:pt x="2244" y="269"/>
                  </a:cubicBezTo>
                  <a:cubicBezTo>
                    <a:pt x="2065" y="90"/>
                    <a:pt x="1830" y="1"/>
                    <a:pt x="1594" y="1"/>
                  </a:cubicBezTo>
                  <a:close/>
                </a:path>
              </a:pathLst>
            </a:custGeom>
            <a:solidFill>
              <a:srgbClr val="FFC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38"/>
            <p:cNvSpPr/>
            <p:nvPr/>
          </p:nvSpPr>
          <p:spPr>
            <a:xfrm>
              <a:off x="2621275" y="3260563"/>
              <a:ext cx="61825" cy="56325"/>
            </a:xfrm>
            <a:custGeom>
              <a:avLst/>
              <a:gdLst/>
              <a:ahLst/>
              <a:cxnLst/>
              <a:rect l="l" t="t" r="r" b="b"/>
              <a:pathLst>
                <a:path w="2473" h="2253" extrusionOk="0">
                  <a:moveTo>
                    <a:pt x="2017" y="1"/>
                  </a:moveTo>
                  <a:cubicBezTo>
                    <a:pt x="2017" y="261"/>
                    <a:pt x="1952" y="488"/>
                    <a:pt x="1757" y="651"/>
                  </a:cubicBezTo>
                  <a:lnTo>
                    <a:pt x="1172" y="1269"/>
                  </a:lnTo>
                  <a:cubicBezTo>
                    <a:pt x="1000" y="1440"/>
                    <a:pt x="783" y="1521"/>
                    <a:pt x="564" y="1521"/>
                  </a:cubicBezTo>
                  <a:cubicBezTo>
                    <a:pt x="368" y="1521"/>
                    <a:pt x="170" y="1457"/>
                    <a:pt x="1" y="1334"/>
                  </a:cubicBezTo>
                  <a:lnTo>
                    <a:pt x="1" y="1334"/>
                  </a:lnTo>
                  <a:cubicBezTo>
                    <a:pt x="1" y="1561"/>
                    <a:pt x="66" y="1789"/>
                    <a:pt x="261" y="1984"/>
                  </a:cubicBezTo>
                  <a:cubicBezTo>
                    <a:pt x="440" y="2163"/>
                    <a:pt x="667" y="2253"/>
                    <a:pt x="895" y="2253"/>
                  </a:cubicBezTo>
                  <a:cubicBezTo>
                    <a:pt x="1123" y="2253"/>
                    <a:pt x="1350" y="2163"/>
                    <a:pt x="1529" y="1984"/>
                  </a:cubicBezTo>
                  <a:lnTo>
                    <a:pt x="2147" y="1399"/>
                  </a:lnTo>
                  <a:cubicBezTo>
                    <a:pt x="2472" y="1041"/>
                    <a:pt x="2472" y="456"/>
                    <a:pt x="2147" y="98"/>
                  </a:cubicBezTo>
                  <a:cubicBezTo>
                    <a:pt x="2082" y="66"/>
                    <a:pt x="2082" y="33"/>
                    <a:pt x="2017" y="1"/>
                  </a:cubicBezTo>
                  <a:close/>
                </a:path>
              </a:pathLst>
            </a:custGeom>
            <a:solidFill>
              <a:srgbClr val="FFB0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38"/>
            <p:cNvSpPr/>
            <p:nvPr/>
          </p:nvSpPr>
          <p:spPr>
            <a:xfrm>
              <a:off x="2586325" y="3224588"/>
              <a:ext cx="65075" cy="59775"/>
            </a:xfrm>
            <a:custGeom>
              <a:avLst/>
              <a:gdLst/>
              <a:ahLst/>
              <a:cxnLst/>
              <a:rect l="l" t="t" r="r" b="b"/>
              <a:pathLst>
                <a:path w="2603" h="2391" extrusionOk="0">
                  <a:moveTo>
                    <a:pt x="1598" y="1"/>
                  </a:moveTo>
                  <a:cubicBezTo>
                    <a:pt x="1366" y="1"/>
                    <a:pt x="1139" y="90"/>
                    <a:pt x="976" y="269"/>
                  </a:cubicBezTo>
                  <a:lnTo>
                    <a:pt x="358" y="854"/>
                  </a:lnTo>
                  <a:cubicBezTo>
                    <a:pt x="0" y="1212"/>
                    <a:pt x="0" y="1797"/>
                    <a:pt x="358" y="2122"/>
                  </a:cubicBezTo>
                  <a:cubicBezTo>
                    <a:pt x="537" y="2301"/>
                    <a:pt x="773" y="2391"/>
                    <a:pt x="1009" y="2391"/>
                  </a:cubicBezTo>
                  <a:cubicBezTo>
                    <a:pt x="1244" y="2391"/>
                    <a:pt x="1480" y="2301"/>
                    <a:pt x="1659" y="2122"/>
                  </a:cubicBezTo>
                  <a:lnTo>
                    <a:pt x="2244" y="1537"/>
                  </a:lnTo>
                  <a:cubicBezTo>
                    <a:pt x="2602" y="1179"/>
                    <a:pt x="2602" y="594"/>
                    <a:pt x="2244" y="269"/>
                  </a:cubicBezTo>
                  <a:cubicBezTo>
                    <a:pt x="2065" y="90"/>
                    <a:pt x="1830" y="1"/>
                    <a:pt x="1598" y="1"/>
                  </a:cubicBezTo>
                  <a:close/>
                </a:path>
              </a:pathLst>
            </a:custGeom>
            <a:solidFill>
              <a:srgbClr val="FFC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38"/>
            <p:cNvSpPr/>
            <p:nvPr/>
          </p:nvSpPr>
          <p:spPr>
            <a:xfrm>
              <a:off x="2588775" y="3228863"/>
              <a:ext cx="62625" cy="55700"/>
            </a:xfrm>
            <a:custGeom>
              <a:avLst/>
              <a:gdLst/>
              <a:ahLst/>
              <a:cxnLst/>
              <a:rect l="l" t="t" r="r" b="b"/>
              <a:pathLst>
                <a:path w="2505" h="2228" extrusionOk="0">
                  <a:moveTo>
                    <a:pt x="2049" y="0"/>
                  </a:moveTo>
                  <a:cubicBezTo>
                    <a:pt x="2049" y="228"/>
                    <a:pt x="1951" y="456"/>
                    <a:pt x="1789" y="651"/>
                  </a:cubicBezTo>
                  <a:lnTo>
                    <a:pt x="1171" y="1236"/>
                  </a:lnTo>
                  <a:cubicBezTo>
                    <a:pt x="990" y="1417"/>
                    <a:pt x="759" y="1507"/>
                    <a:pt x="528" y="1507"/>
                  </a:cubicBezTo>
                  <a:cubicBezTo>
                    <a:pt x="344" y="1507"/>
                    <a:pt x="159" y="1449"/>
                    <a:pt x="0" y="1334"/>
                  </a:cubicBezTo>
                  <a:lnTo>
                    <a:pt x="0" y="1334"/>
                  </a:lnTo>
                  <a:cubicBezTo>
                    <a:pt x="0" y="1561"/>
                    <a:pt x="98" y="1789"/>
                    <a:pt x="260" y="1984"/>
                  </a:cubicBezTo>
                  <a:cubicBezTo>
                    <a:pt x="439" y="2147"/>
                    <a:pt x="675" y="2228"/>
                    <a:pt x="911" y="2228"/>
                  </a:cubicBezTo>
                  <a:cubicBezTo>
                    <a:pt x="1146" y="2228"/>
                    <a:pt x="1382" y="2147"/>
                    <a:pt x="1561" y="1984"/>
                  </a:cubicBezTo>
                  <a:lnTo>
                    <a:pt x="2146" y="1366"/>
                  </a:lnTo>
                  <a:cubicBezTo>
                    <a:pt x="2504" y="1008"/>
                    <a:pt x="2504" y="456"/>
                    <a:pt x="2146" y="98"/>
                  </a:cubicBezTo>
                  <a:cubicBezTo>
                    <a:pt x="2114" y="65"/>
                    <a:pt x="2081" y="33"/>
                    <a:pt x="2049" y="0"/>
                  </a:cubicBezTo>
                  <a:close/>
                </a:path>
              </a:pathLst>
            </a:custGeom>
            <a:solidFill>
              <a:srgbClr val="FFB0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38"/>
            <p:cNvSpPr/>
            <p:nvPr/>
          </p:nvSpPr>
          <p:spPr>
            <a:xfrm>
              <a:off x="2554625" y="3192063"/>
              <a:ext cx="64250" cy="60600"/>
            </a:xfrm>
            <a:custGeom>
              <a:avLst/>
              <a:gdLst/>
              <a:ahLst/>
              <a:cxnLst/>
              <a:rect l="l" t="t" r="r" b="b"/>
              <a:pathLst>
                <a:path w="2570" h="2424" extrusionOk="0">
                  <a:moveTo>
                    <a:pt x="1594" y="1"/>
                  </a:moveTo>
                  <a:cubicBezTo>
                    <a:pt x="1358" y="1"/>
                    <a:pt x="1122" y="90"/>
                    <a:pt x="943" y="269"/>
                  </a:cubicBezTo>
                  <a:lnTo>
                    <a:pt x="358" y="887"/>
                  </a:lnTo>
                  <a:cubicBezTo>
                    <a:pt x="0" y="1245"/>
                    <a:pt x="0" y="1797"/>
                    <a:pt x="358" y="2155"/>
                  </a:cubicBezTo>
                  <a:cubicBezTo>
                    <a:pt x="537" y="2334"/>
                    <a:pt x="764" y="2423"/>
                    <a:pt x="992" y="2423"/>
                  </a:cubicBezTo>
                  <a:cubicBezTo>
                    <a:pt x="1220" y="2423"/>
                    <a:pt x="1447" y="2334"/>
                    <a:pt x="1626" y="2155"/>
                  </a:cubicBezTo>
                  <a:lnTo>
                    <a:pt x="2244" y="1570"/>
                  </a:lnTo>
                  <a:cubicBezTo>
                    <a:pt x="2569" y="1212"/>
                    <a:pt x="2569" y="627"/>
                    <a:pt x="2244" y="269"/>
                  </a:cubicBezTo>
                  <a:cubicBezTo>
                    <a:pt x="2065" y="90"/>
                    <a:pt x="1829" y="1"/>
                    <a:pt x="1594" y="1"/>
                  </a:cubicBezTo>
                  <a:close/>
                </a:path>
              </a:pathLst>
            </a:custGeom>
            <a:solidFill>
              <a:srgbClr val="FFC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38"/>
            <p:cNvSpPr/>
            <p:nvPr/>
          </p:nvSpPr>
          <p:spPr>
            <a:xfrm>
              <a:off x="2557050" y="3197138"/>
              <a:ext cx="61825" cy="55525"/>
            </a:xfrm>
            <a:custGeom>
              <a:avLst/>
              <a:gdLst/>
              <a:ahLst/>
              <a:cxnLst/>
              <a:rect l="l" t="t" r="r" b="b"/>
              <a:pathLst>
                <a:path w="2473" h="2221" extrusionOk="0">
                  <a:moveTo>
                    <a:pt x="2050" y="1"/>
                  </a:moveTo>
                  <a:cubicBezTo>
                    <a:pt x="2050" y="229"/>
                    <a:pt x="1952" y="456"/>
                    <a:pt x="1757" y="619"/>
                  </a:cubicBezTo>
                  <a:lnTo>
                    <a:pt x="1171" y="1237"/>
                  </a:lnTo>
                  <a:cubicBezTo>
                    <a:pt x="1000" y="1408"/>
                    <a:pt x="783" y="1489"/>
                    <a:pt x="564" y="1489"/>
                  </a:cubicBezTo>
                  <a:cubicBezTo>
                    <a:pt x="368" y="1489"/>
                    <a:pt x="170" y="1425"/>
                    <a:pt x="1" y="1302"/>
                  </a:cubicBezTo>
                  <a:lnTo>
                    <a:pt x="1" y="1302"/>
                  </a:lnTo>
                  <a:cubicBezTo>
                    <a:pt x="1" y="1529"/>
                    <a:pt x="66" y="1790"/>
                    <a:pt x="261" y="1952"/>
                  </a:cubicBezTo>
                  <a:cubicBezTo>
                    <a:pt x="440" y="2131"/>
                    <a:pt x="667" y="2220"/>
                    <a:pt x="895" y="2220"/>
                  </a:cubicBezTo>
                  <a:cubicBezTo>
                    <a:pt x="1123" y="2220"/>
                    <a:pt x="1350" y="2131"/>
                    <a:pt x="1529" y="1952"/>
                  </a:cubicBezTo>
                  <a:lnTo>
                    <a:pt x="2147" y="1367"/>
                  </a:lnTo>
                  <a:cubicBezTo>
                    <a:pt x="2472" y="1009"/>
                    <a:pt x="2472" y="424"/>
                    <a:pt x="2147" y="66"/>
                  </a:cubicBezTo>
                  <a:cubicBezTo>
                    <a:pt x="2115" y="34"/>
                    <a:pt x="2082" y="1"/>
                    <a:pt x="2050" y="1"/>
                  </a:cubicBezTo>
                  <a:close/>
                </a:path>
              </a:pathLst>
            </a:custGeom>
            <a:solidFill>
              <a:srgbClr val="FFB0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38"/>
            <p:cNvSpPr/>
            <p:nvPr/>
          </p:nvSpPr>
          <p:spPr>
            <a:xfrm>
              <a:off x="2522100" y="3160363"/>
              <a:ext cx="65075" cy="59975"/>
            </a:xfrm>
            <a:custGeom>
              <a:avLst/>
              <a:gdLst/>
              <a:ahLst/>
              <a:cxnLst/>
              <a:rect l="l" t="t" r="r" b="b"/>
              <a:pathLst>
                <a:path w="2603" h="2399" extrusionOk="0">
                  <a:moveTo>
                    <a:pt x="1598" y="0"/>
                  </a:moveTo>
                  <a:cubicBezTo>
                    <a:pt x="1366" y="0"/>
                    <a:pt x="1139" y="90"/>
                    <a:pt x="976" y="269"/>
                  </a:cubicBezTo>
                  <a:lnTo>
                    <a:pt x="358" y="854"/>
                  </a:lnTo>
                  <a:cubicBezTo>
                    <a:pt x="0" y="1212"/>
                    <a:pt x="0" y="1797"/>
                    <a:pt x="358" y="2155"/>
                  </a:cubicBezTo>
                  <a:cubicBezTo>
                    <a:pt x="537" y="2318"/>
                    <a:pt x="773" y="2399"/>
                    <a:pt x="1009" y="2399"/>
                  </a:cubicBezTo>
                  <a:cubicBezTo>
                    <a:pt x="1244" y="2399"/>
                    <a:pt x="1480" y="2318"/>
                    <a:pt x="1659" y="2155"/>
                  </a:cubicBezTo>
                  <a:lnTo>
                    <a:pt x="2244" y="1537"/>
                  </a:lnTo>
                  <a:cubicBezTo>
                    <a:pt x="2602" y="1179"/>
                    <a:pt x="2602" y="626"/>
                    <a:pt x="2244" y="269"/>
                  </a:cubicBezTo>
                  <a:cubicBezTo>
                    <a:pt x="2065" y="90"/>
                    <a:pt x="1830" y="0"/>
                    <a:pt x="1598" y="0"/>
                  </a:cubicBezTo>
                  <a:close/>
                </a:path>
              </a:pathLst>
            </a:custGeom>
            <a:solidFill>
              <a:srgbClr val="FFC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38"/>
            <p:cNvSpPr/>
            <p:nvPr/>
          </p:nvSpPr>
          <p:spPr>
            <a:xfrm>
              <a:off x="2524550" y="3164638"/>
              <a:ext cx="62625" cy="56325"/>
            </a:xfrm>
            <a:custGeom>
              <a:avLst/>
              <a:gdLst/>
              <a:ahLst/>
              <a:cxnLst/>
              <a:rect l="l" t="t" r="r" b="b"/>
              <a:pathLst>
                <a:path w="2505" h="2253" extrusionOk="0">
                  <a:moveTo>
                    <a:pt x="2049" y="0"/>
                  </a:moveTo>
                  <a:cubicBezTo>
                    <a:pt x="2049" y="228"/>
                    <a:pt x="1951" y="455"/>
                    <a:pt x="1789" y="651"/>
                  </a:cubicBezTo>
                  <a:lnTo>
                    <a:pt x="1203" y="1236"/>
                  </a:lnTo>
                  <a:cubicBezTo>
                    <a:pt x="1004" y="1417"/>
                    <a:pt x="766" y="1507"/>
                    <a:pt x="531" y="1507"/>
                  </a:cubicBezTo>
                  <a:cubicBezTo>
                    <a:pt x="344" y="1507"/>
                    <a:pt x="159" y="1449"/>
                    <a:pt x="0" y="1334"/>
                  </a:cubicBezTo>
                  <a:lnTo>
                    <a:pt x="0" y="1334"/>
                  </a:lnTo>
                  <a:cubicBezTo>
                    <a:pt x="0" y="1561"/>
                    <a:pt x="98" y="1789"/>
                    <a:pt x="260" y="1984"/>
                  </a:cubicBezTo>
                  <a:cubicBezTo>
                    <a:pt x="439" y="2163"/>
                    <a:pt x="675" y="2252"/>
                    <a:pt x="911" y="2252"/>
                  </a:cubicBezTo>
                  <a:cubicBezTo>
                    <a:pt x="1146" y="2252"/>
                    <a:pt x="1382" y="2163"/>
                    <a:pt x="1561" y="1984"/>
                  </a:cubicBezTo>
                  <a:lnTo>
                    <a:pt x="2146" y="1366"/>
                  </a:lnTo>
                  <a:cubicBezTo>
                    <a:pt x="2504" y="1008"/>
                    <a:pt x="2504" y="455"/>
                    <a:pt x="2146" y="98"/>
                  </a:cubicBezTo>
                  <a:cubicBezTo>
                    <a:pt x="2114" y="65"/>
                    <a:pt x="2081" y="33"/>
                    <a:pt x="2049" y="0"/>
                  </a:cubicBezTo>
                  <a:close/>
                </a:path>
              </a:pathLst>
            </a:custGeom>
            <a:solidFill>
              <a:srgbClr val="FFB0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38"/>
            <p:cNvSpPr/>
            <p:nvPr/>
          </p:nvSpPr>
          <p:spPr>
            <a:xfrm>
              <a:off x="2636725" y="3041063"/>
              <a:ext cx="204100" cy="126850"/>
            </a:xfrm>
            <a:custGeom>
              <a:avLst/>
              <a:gdLst/>
              <a:ahLst/>
              <a:cxnLst/>
              <a:rect l="l" t="t" r="r" b="b"/>
              <a:pathLst>
                <a:path w="8164" h="5074" extrusionOk="0">
                  <a:moveTo>
                    <a:pt x="3610" y="0"/>
                  </a:moveTo>
                  <a:cubicBezTo>
                    <a:pt x="3123" y="0"/>
                    <a:pt x="2700" y="195"/>
                    <a:pt x="2375" y="553"/>
                  </a:cubicBezTo>
                  <a:lnTo>
                    <a:pt x="228" y="2960"/>
                  </a:lnTo>
                  <a:cubicBezTo>
                    <a:pt x="1" y="3187"/>
                    <a:pt x="33" y="3545"/>
                    <a:pt x="228" y="3740"/>
                  </a:cubicBezTo>
                  <a:cubicBezTo>
                    <a:pt x="489" y="3984"/>
                    <a:pt x="814" y="4106"/>
                    <a:pt x="1139" y="4106"/>
                  </a:cubicBezTo>
                  <a:cubicBezTo>
                    <a:pt x="1464" y="4106"/>
                    <a:pt x="1789" y="3984"/>
                    <a:pt x="2049" y="3740"/>
                  </a:cubicBezTo>
                  <a:lnTo>
                    <a:pt x="3285" y="2472"/>
                  </a:lnTo>
                  <a:cubicBezTo>
                    <a:pt x="3399" y="2374"/>
                    <a:pt x="3545" y="2325"/>
                    <a:pt x="3688" y="2325"/>
                  </a:cubicBezTo>
                  <a:cubicBezTo>
                    <a:pt x="3830" y="2325"/>
                    <a:pt x="3968" y="2374"/>
                    <a:pt x="4066" y="2472"/>
                  </a:cubicBezTo>
                  <a:cubicBezTo>
                    <a:pt x="4944" y="3350"/>
                    <a:pt x="5789" y="4228"/>
                    <a:pt x="6667" y="5073"/>
                  </a:cubicBezTo>
                  <a:cubicBezTo>
                    <a:pt x="6895" y="4911"/>
                    <a:pt x="7220" y="4683"/>
                    <a:pt x="7513" y="4325"/>
                  </a:cubicBezTo>
                  <a:cubicBezTo>
                    <a:pt x="7870" y="3903"/>
                    <a:pt x="8066" y="3480"/>
                    <a:pt x="8163" y="3220"/>
                  </a:cubicBezTo>
                  <a:cubicBezTo>
                    <a:pt x="6895" y="2147"/>
                    <a:pt x="5594" y="1073"/>
                    <a:pt x="4293" y="0"/>
                  </a:cubicBezTo>
                  <a:close/>
                </a:path>
              </a:pathLst>
            </a:custGeom>
            <a:solidFill>
              <a:srgbClr val="FFC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38"/>
            <p:cNvSpPr/>
            <p:nvPr/>
          </p:nvSpPr>
          <p:spPr>
            <a:xfrm>
              <a:off x="2739975" y="2868663"/>
              <a:ext cx="185400" cy="268150"/>
            </a:xfrm>
            <a:custGeom>
              <a:avLst/>
              <a:gdLst/>
              <a:ahLst/>
              <a:cxnLst/>
              <a:rect l="l" t="t" r="r" b="b"/>
              <a:pathLst>
                <a:path w="7416" h="10726" extrusionOk="0">
                  <a:moveTo>
                    <a:pt x="6256" y="1"/>
                  </a:moveTo>
                  <a:cubicBezTo>
                    <a:pt x="6230" y="1"/>
                    <a:pt x="6202" y="12"/>
                    <a:pt x="6179" y="35"/>
                  </a:cubicBezTo>
                  <a:lnTo>
                    <a:pt x="423" y="5758"/>
                  </a:lnTo>
                  <a:cubicBezTo>
                    <a:pt x="1" y="6181"/>
                    <a:pt x="1" y="6896"/>
                    <a:pt x="423" y="7319"/>
                  </a:cubicBezTo>
                  <a:lnTo>
                    <a:pt x="3545" y="10408"/>
                  </a:lnTo>
                  <a:cubicBezTo>
                    <a:pt x="3757" y="10620"/>
                    <a:pt x="4033" y="10725"/>
                    <a:pt x="4310" y="10725"/>
                  </a:cubicBezTo>
                  <a:cubicBezTo>
                    <a:pt x="4586" y="10725"/>
                    <a:pt x="4862" y="10620"/>
                    <a:pt x="5074" y="10408"/>
                  </a:cubicBezTo>
                  <a:lnTo>
                    <a:pt x="7318" y="8165"/>
                  </a:lnTo>
                  <a:cubicBezTo>
                    <a:pt x="7383" y="8099"/>
                    <a:pt x="7415" y="8002"/>
                    <a:pt x="7415" y="7872"/>
                  </a:cubicBezTo>
                  <a:lnTo>
                    <a:pt x="6375" y="100"/>
                  </a:lnTo>
                  <a:cubicBezTo>
                    <a:pt x="6354" y="37"/>
                    <a:pt x="6305" y="1"/>
                    <a:pt x="62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38"/>
            <p:cNvSpPr/>
            <p:nvPr/>
          </p:nvSpPr>
          <p:spPr>
            <a:xfrm>
              <a:off x="2768425" y="2985763"/>
              <a:ext cx="124425" cy="126850"/>
            </a:xfrm>
            <a:custGeom>
              <a:avLst/>
              <a:gdLst/>
              <a:ahLst/>
              <a:cxnLst/>
              <a:rect l="l" t="t" r="r" b="b"/>
              <a:pathLst>
                <a:path w="4977" h="5074" extrusionOk="0">
                  <a:moveTo>
                    <a:pt x="391" y="1"/>
                  </a:moveTo>
                  <a:lnTo>
                    <a:pt x="1" y="359"/>
                  </a:lnTo>
                  <a:lnTo>
                    <a:pt x="4619" y="5074"/>
                  </a:lnTo>
                  <a:lnTo>
                    <a:pt x="4976" y="4684"/>
                  </a:lnTo>
                  <a:lnTo>
                    <a:pt x="391" y="1"/>
                  </a:lnTo>
                  <a:close/>
                </a:path>
              </a:pathLst>
            </a:custGeom>
            <a:solidFill>
              <a:srgbClr val="000000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38"/>
            <p:cNvSpPr/>
            <p:nvPr/>
          </p:nvSpPr>
          <p:spPr>
            <a:xfrm>
              <a:off x="2499325" y="2991463"/>
              <a:ext cx="124425" cy="126050"/>
            </a:xfrm>
            <a:custGeom>
              <a:avLst/>
              <a:gdLst/>
              <a:ahLst/>
              <a:cxnLst/>
              <a:rect l="l" t="t" r="r" b="b"/>
              <a:pathLst>
                <a:path w="4977" h="5042" extrusionOk="0">
                  <a:moveTo>
                    <a:pt x="4586" y="1"/>
                  </a:moveTo>
                  <a:lnTo>
                    <a:pt x="1" y="4683"/>
                  </a:lnTo>
                  <a:lnTo>
                    <a:pt x="391" y="5041"/>
                  </a:lnTo>
                  <a:lnTo>
                    <a:pt x="4976" y="391"/>
                  </a:lnTo>
                  <a:lnTo>
                    <a:pt x="4586" y="1"/>
                  </a:lnTo>
                  <a:close/>
                </a:path>
              </a:pathLst>
            </a:custGeom>
            <a:solidFill>
              <a:srgbClr val="000000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38"/>
            <p:cNvSpPr/>
            <p:nvPr/>
          </p:nvSpPr>
          <p:spPr>
            <a:xfrm>
              <a:off x="2624525" y="2865463"/>
              <a:ext cx="137425" cy="137400"/>
            </a:xfrm>
            <a:custGeom>
              <a:avLst/>
              <a:gdLst/>
              <a:ahLst/>
              <a:cxnLst/>
              <a:rect l="l" t="t" r="r" b="b"/>
              <a:pathLst>
                <a:path w="5497" h="5496" extrusionOk="0">
                  <a:moveTo>
                    <a:pt x="2765" y="0"/>
                  </a:moveTo>
                  <a:cubicBezTo>
                    <a:pt x="1237" y="0"/>
                    <a:pt x="1" y="1236"/>
                    <a:pt x="1" y="2764"/>
                  </a:cubicBezTo>
                  <a:cubicBezTo>
                    <a:pt x="1" y="4260"/>
                    <a:pt x="1237" y="5496"/>
                    <a:pt x="2765" y="5496"/>
                  </a:cubicBezTo>
                  <a:cubicBezTo>
                    <a:pt x="4261" y="5496"/>
                    <a:pt x="5497" y="4260"/>
                    <a:pt x="5497" y="2764"/>
                  </a:cubicBezTo>
                  <a:cubicBezTo>
                    <a:pt x="5497" y="1236"/>
                    <a:pt x="4261" y="0"/>
                    <a:pt x="276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38"/>
            <p:cNvSpPr/>
            <p:nvPr/>
          </p:nvSpPr>
          <p:spPr>
            <a:xfrm>
              <a:off x="2657050" y="2913213"/>
              <a:ext cx="72375" cy="50625"/>
            </a:xfrm>
            <a:custGeom>
              <a:avLst/>
              <a:gdLst/>
              <a:ahLst/>
              <a:cxnLst/>
              <a:rect l="l" t="t" r="r" b="b"/>
              <a:pathLst>
                <a:path w="2895" h="2025" extrusionOk="0">
                  <a:moveTo>
                    <a:pt x="2602" y="1"/>
                  </a:moveTo>
                  <a:cubicBezTo>
                    <a:pt x="2529" y="1"/>
                    <a:pt x="2456" y="25"/>
                    <a:pt x="2407" y="74"/>
                  </a:cubicBezTo>
                  <a:lnTo>
                    <a:pt x="1009" y="1472"/>
                  </a:lnTo>
                  <a:lnTo>
                    <a:pt x="488" y="952"/>
                  </a:lnTo>
                  <a:cubicBezTo>
                    <a:pt x="440" y="887"/>
                    <a:pt x="367" y="854"/>
                    <a:pt x="293" y="854"/>
                  </a:cubicBezTo>
                  <a:cubicBezTo>
                    <a:pt x="220" y="854"/>
                    <a:pt x="147" y="887"/>
                    <a:pt x="98" y="952"/>
                  </a:cubicBezTo>
                  <a:cubicBezTo>
                    <a:pt x="1" y="1049"/>
                    <a:pt x="1" y="1212"/>
                    <a:pt x="98" y="1342"/>
                  </a:cubicBezTo>
                  <a:lnTo>
                    <a:pt x="651" y="1862"/>
                  </a:lnTo>
                  <a:cubicBezTo>
                    <a:pt x="749" y="1992"/>
                    <a:pt x="879" y="2025"/>
                    <a:pt x="1009" y="2025"/>
                  </a:cubicBezTo>
                  <a:cubicBezTo>
                    <a:pt x="1139" y="2025"/>
                    <a:pt x="1301" y="1992"/>
                    <a:pt x="1399" y="1862"/>
                  </a:cubicBezTo>
                  <a:lnTo>
                    <a:pt x="2797" y="464"/>
                  </a:lnTo>
                  <a:cubicBezTo>
                    <a:pt x="2895" y="366"/>
                    <a:pt x="2895" y="171"/>
                    <a:pt x="2797" y="74"/>
                  </a:cubicBezTo>
                  <a:cubicBezTo>
                    <a:pt x="2749" y="25"/>
                    <a:pt x="2675" y="1"/>
                    <a:pt x="26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7BAF41A-62AF-BF15-AE44-BF361900A23E}"/>
              </a:ext>
            </a:extLst>
          </p:cNvPr>
          <p:cNvSpPr txBox="1"/>
          <p:nvPr/>
        </p:nvSpPr>
        <p:spPr>
          <a:xfrm>
            <a:off x="1810254" y="42228"/>
            <a:ext cx="6803401" cy="53905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L'abstention</a:t>
            </a:r>
            <a:r>
              <a:rPr sz="20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2000" b="1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électorale</a:t>
            </a:r>
            <a:r>
              <a:rPr sz="20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: un </a:t>
            </a:r>
            <a:r>
              <a:rPr sz="2000" b="1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défi</a:t>
            </a:r>
            <a:r>
              <a:rPr sz="2000" b="1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sz="2000" b="1" dirty="0" err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démocratique</a:t>
            </a:r>
            <a:endParaRPr sz="20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Picture 2" descr="image.png">
            <a:extLst>
              <a:ext uri="{FF2B5EF4-FFF2-40B4-BE49-F238E27FC236}">
                <a16:creationId xmlns:a16="http://schemas.microsoft.com/office/drawing/2014/main" id="{510850C2-919E-CA13-4040-ADD9CE48CA7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9824" y="76334"/>
            <a:ext cx="675220" cy="5433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5" name="Google Shape;395;p20"/>
          <p:cNvGrpSpPr/>
          <p:nvPr/>
        </p:nvGrpSpPr>
        <p:grpSpPr>
          <a:xfrm>
            <a:off x="1687200" y="1627628"/>
            <a:ext cx="5769525" cy="3299400"/>
            <a:chOff x="1687200" y="1459300"/>
            <a:chExt cx="5769525" cy="3299400"/>
          </a:xfrm>
        </p:grpSpPr>
        <p:cxnSp>
          <p:nvCxnSpPr>
            <p:cNvPr id="396" name="Google Shape;396;p20"/>
            <p:cNvCxnSpPr/>
            <p:nvPr/>
          </p:nvCxnSpPr>
          <p:spPr>
            <a:xfrm>
              <a:off x="4572000" y="1459300"/>
              <a:ext cx="0" cy="32994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oval" w="med" len="med"/>
              <a:tailEnd type="oval" w="med" len="med"/>
            </a:ln>
          </p:spPr>
        </p:cxnSp>
        <p:cxnSp>
          <p:nvCxnSpPr>
            <p:cNvPr id="397" name="Google Shape;397;p20"/>
            <p:cNvCxnSpPr/>
            <p:nvPr/>
          </p:nvCxnSpPr>
          <p:spPr>
            <a:xfrm rot="10800000">
              <a:off x="1687200" y="1774850"/>
              <a:ext cx="28848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398" name="Google Shape;398;p20"/>
            <p:cNvCxnSpPr/>
            <p:nvPr/>
          </p:nvCxnSpPr>
          <p:spPr>
            <a:xfrm rot="10800000">
              <a:off x="1687200" y="3292875"/>
              <a:ext cx="28848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399" name="Google Shape;399;p20"/>
            <p:cNvCxnSpPr/>
            <p:nvPr/>
          </p:nvCxnSpPr>
          <p:spPr>
            <a:xfrm>
              <a:off x="4571925" y="2533875"/>
              <a:ext cx="28848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400" name="Google Shape;400;p20"/>
            <p:cNvCxnSpPr/>
            <p:nvPr/>
          </p:nvCxnSpPr>
          <p:spPr>
            <a:xfrm>
              <a:off x="4571925" y="4051900"/>
              <a:ext cx="28848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sp>
        <p:nvSpPr>
          <p:cNvPr id="401" name="Google Shape;401;p20"/>
          <p:cNvSpPr txBox="1">
            <a:spLocks noGrp="1"/>
          </p:cNvSpPr>
          <p:nvPr>
            <p:ph type="title"/>
          </p:nvPr>
        </p:nvSpPr>
        <p:spPr>
          <a:xfrm>
            <a:off x="395785" y="142446"/>
            <a:ext cx="82296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Verdana" panose="020B0604030504040204" pitchFamily="34" charset="0"/>
                <a:ea typeface="Verdana" panose="020B0604030504040204" pitchFamily="34" charset="0"/>
              </a:rPr>
              <a:t>JEU DE DONNEES</a:t>
            </a:r>
            <a:endParaRPr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pSp>
        <p:nvGrpSpPr>
          <p:cNvPr id="402" name="Google Shape;402;p20"/>
          <p:cNvGrpSpPr/>
          <p:nvPr/>
        </p:nvGrpSpPr>
        <p:grpSpPr>
          <a:xfrm>
            <a:off x="1704925" y="1625653"/>
            <a:ext cx="2537700" cy="987826"/>
            <a:chOff x="1704925" y="1457325"/>
            <a:chExt cx="2537700" cy="987826"/>
          </a:xfrm>
        </p:grpSpPr>
        <p:sp>
          <p:nvSpPr>
            <p:cNvPr id="403" name="Google Shape;403;p20"/>
            <p:cNvSpPr txBox="1"/>
            <p:nvPr/>
          </p:nvSpPr>
          <p:spPr>
            <a:xfrm>
              <a:off x="1704925" y="1457325"/>
              <a:ext cx="25377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1827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dirty="0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Bureaux de vote – Douala </a:t>
              </a:r>
              <a:endParaRPr sz="1500" dirty="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404" name="Google Shape;404;p20"/>
            <p:cNvSpPr txBox="1"/>
            <p:nvPr/>
          </p:nvSpPr>
          <p:spPr>
            <a:xfrm>
              <a:off x="1704925" y="1803751"/>
              <a:ext cx="2537700" cy="64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1827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1900</a:t>
              </a:r>
              <a:endParaRPr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05" name="Google Shape;405;p20"/>
          <p:cNvSpPr/>
          <p:nvPr/>
        </p:nvSpPr>
        <p:spPr>
          <a:xfrm>
            <a:off x="457200" y="1627628"/>
            <a:ext cx="997500" cy="997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406" name="Google Shape;406;p20"/>
          <p:cNvGrpSpPr/>
          <p:nvPr/>
        </p:nvGrpSpPr>
        <p:grpSpPr>
          <a:xfrm>
            <a:off x="1704925" y="3154291"/>
            <a:ext cx="2537700" cy="978530"/>
            <a:chOff x="1704925" y="2985963"/>
            <a:chExt cx="2537700" cy="978530"/>
          </a:xfrm>
        </p:grpSpPr>
        <p:sp>
          <p:nvSpPr>
            <p:cNvPr id="407" name="Google Shape;407;p20"/>
            <p:cNvSpPr txBox="1"/>
            <p:nvPr/>
          </p:nvSpPr>
          <p:spPr>
            <a:xfrm>
              <a:off x="1704925" y="2985963"/>
              <a:ext cx="25377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18275" rIns="91425" bIns="91425" anchor="t" anchorCtr="0">
              <a:noAutofit/>
            </a:bodyPr>
            <a:lstStyle/>
            <a:p>
              <a:pPr lvl="0"/>
              <a:r>
                <a:rPr lang="en-US" sz="1500" dirty="0" err="1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Bureaux</a:t>
              </a:r>
              <a:r>
                <a:rPr lang="en-US" sz="1500" dirty="0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 de vote – </a:t>
              </a:r>
              <a:r>
                <a:rPr lang="en-US" sz="1500" dirty="0" err="1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Yaound</a:t>
              </a:r>
              <a:r>
                <a:rPr lang="fr-CM" sz="1500" dirty="0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é</a:t>
              </a:r>
              <a:endParaRPr lang="en-US" sz="1500" dirty="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408" name="Google Shape;408;p20"/>
            <p:cNvSpPr txBox="1"/>
            <p:nvPr/>
          </p:nvSpPr>
          <p:spPr>
            <a:xfrm>
              <a:off x="1704925" y="3323094"/>
              <a:ext cx="2537700" cy="64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1827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3000</a:t>
              </a:r>
              <a:endParaRPr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09" name="Google Shape;409;p20"/>
          <p:cNvSpPr/>
          <p:nvPr/>
        </p:nvSpPr>
        <p:spPr>
          <a:xfrm>
            <a:off x="457200" y="3145661"/>
            <a:ext cx="997500" cy="997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0" name="Google Shape;410;p20"/>
          <p:cNvGrpSpPr/>
          <p:nvPr/>
        </p:nvGrpSpPr>
        <p:grpSpPr>
          <a:xfrm>
            <a:off x="4901375" y="2403916"/>
            <a:ext cx="2537700" cy="969235"/>
            <a:chOff x="4901375" y="2235588"/>
            <a:chExt cx="2537700" cy="969235"/>
          </a:xfrm>
        </p:grpSpPr>
        <p:sp>
          <p:nvSpPr>
            <p:cNvPr id="411" name="Google Shape;411;p20"/>
            <p:cNvSpPr txBox="1"/>
            <p:nvPr/>
          </p:nvSpPr>
          <p:spPr>
            <a:xfrm flipH="1">
              <a:off x="4901375" y="2235588"/>
              <a:ext cx="25377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1827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dirty="0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Point ELECAM - Douala</a:t>
              </a:r>
              <a:endParaRPr sz="1500" dirty="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412" name="Google Shape;412;p20"/>
            <p:cNvSpPr txBox="1"/>
            <p:nvPr/>
          </p:nvSpPr>
          <p:spPr>
            <a:xfrm flipH="1">
              <a:off x="4901375" y="2563422"/>
              <a:ext cx="2537700" cy="64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1827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1900</a:t>
              </a:r>
              <a:endParaRPr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13" name="Google Shape;413;p20"/>
          <p:cNvSpPr/>
          <p:nvPr/>
        </p:nvSpPr>
        <p:spPr>
          <a:xfrm flipH="1">
            <a:off x="7689300" y="2386645"/>
            <a:ext cx="997500" cy="997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414" name="Google Shape;414;p20"/>
          <p:cNvGrpSpPr/>
          <p:nvPr/>
        </p:nvGrpSpPr>
        <p:grpSpPr>
          <a:xfrm>
            <a:off x="4901375" y="3904667"/>
            <a:ext cx="2537700" cy="987826"/>
            <a:chOff x="4901375" y="3736339"/>
            <a:chExt cx="2537700" cy="987826"/>
          </a:xfrm>
        </p:grpSpPr>
        <p:sp>
          <p:nvSpPr>
            <p:cNvPr id="415" name="Google Shape;415;p20"/>
            <p:cNvSpPr txBox="1"/>
            <p:nvPr/>
          </p:nvSpPr>
          <p:spPr>
            <a:xfrm flipH="1">
              <a:off x="4901375" y="3736339"/>
              <a:ext cx="2537700" cy="26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18275" rIns="91425" bIns="91425" anchor="t" anchorCtr="0">
              <a:noAutofit/>
            </a:bodyPr>
            <a:lstStyle/>
            <a:p>
              <a:pPr lvl="0" algn="r"/>
              <a:r>
                <a:rPr lang="en-US" sz="1500" dirty="0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Point ELECAM - Yaoundé</a:t>
              </a:r>
            </a:p>
          </p:txBody>
        </p:sp>
        <p:sp>
          <p:nvSpPr>
            <p:cNvPr id="416" name="Google Shape;416;p20"/>
            <p:cNvSpPr txBox="1"/>
            <p:nvPr/>
          </p:nvSpPr>
          <p:spPr>
            <a:xfrm flipH="1">
              <a:off x="4901375" y="4082765"/>
              <a:ext cx="2537700" cy="64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1827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1900</a:t>
              </a:r>
              <a:endParaRPr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17" name="Google Shape;417;p20"/>
          <p:cNvSpPr/>
          <p:nvPr/>
        </p:nvSpPr>
        <p:spPr>
          <a:xfrm flipH="1">
            <a:off x="7689300" y="3904678"/>
            <a:ext cx="997500" cy="9975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8" name="Google Shape;418;p20"/>
          <p:cNvGrpSpPr/>
          <p:nvPr/>
        </p:nvGrpSpPr>
        <p:grpSpPr>
          <a:xfrm>
            <a:off x="708527" y="3370084"/>
            <a:ext cx="494847" cy="548647"/>
            <a:chOff x="708527" y="3201756"/>
            <a:chExt cx="494847" cy="548647"/>
          </a:xfrm>
        </p:grpSpPr>
        <p:sp>
          <p:nvSpPr>
            <p:cNvPr id="419" name="Google Shape;419;p20"/>
            <p:cNvSpPr/>
            <p:nvPr/>
          </p:nvSpPr>
          <p:spPr>
            <a:xfrm>
              <a:off x="714311" y="3270369"/>
              <a:ext cx="145690" cy="177436"/>
            </a:xfrm>
            <a:custGeom>
              <a:avLst/>
              <a:gdLst/>
              <a:ahLst/>
              <a:cxnLst/>
              <a:rect l="l" t="t" r="r" b="b"/>
              <a:pathLst>
                <a:path w="4912" h="5997" extrusionOk="0">
                  <a:moveTo>
                    <a:pt x="3261" y="0"/>
                  </a:moveTo>
                  <a:cubicBezTo>
                    <a:pt x="3215" y="0"/>
                    <a:pt x="3168" y="9"/>
                    <a:pt x="3123" y="29"/>
                  </a:cubicBezTo>
                  <a:lnTo>
                    <a:pt x="424" y="744"/>
                  </a:lnTo>
                  <a:cubicBezTo>
                    <a:pt x="163" y="809"/>
                    <a:pt x="1" y="1069"/>
                    <a:pt x="98" y="1330"/>
                  </a:cubicBezTo>
                  <a:lnTo>
                    <a:pt x="1237" y="5655"/>
                  </a:lnTo>
                  <a:cubicBezTo>
                    <a:pt x="1290" y="5870"/>
                    <a:pt x="1501" y="5996"/>
                    <a:pt x="1701" y="5996"/>
                  </a:cubicBezTo>
                  <a:cubicBezTo>
                    <a:pt x="1742" y="5996"/>
                    <a:pt x="1783" y="5991"/>
                    <a:pt x="1822" y="5980"/>
                  </a:cubicBezTo>
                  <a:lnTo>
                    <a:pt x="4521" y="5264"/>
                  </a:lnTo>
                  <a:cubicBezTo>
                    <a:pt x="4781" y="5199"/>
                    <a:pt x="4911" y="4939"/>
                    <a:pt x="4846" y="4679"/>
                  </a:cubicBezTo>
                  <a:lnTo>
                    <a:pt x="3676" y="354"/>
                  </a:lnTo>
                  <a:cubicBezTo>
                    <a:pt x="3624" y="146"/>
                    <a:pt x="3447" y="0"/>
                    <a:pt x="32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0"/>
            <p:cNvSpPr/>
            <p:nvPr/>
          </p:nvSpPr>
          <p:spPr>
            <a:xfrm>
              <a:off x="750970" y="3318360"/>
              <a:ext cx="56947" cy="76277"/>
            </a:xfrm>
            <a:custGeom>
              <a:avLst/>
              <a:gdLst/>
              <a:ahLst/>
              <a:cxnLst/>
              <a:rect l="l" t="t" r="r" b="b"/>
              <a:pathLst>
                <a:path w="1920" h="2578" extrusionOk="0">
                  <a:moveTo>
                    <a:pt x="1659" y="0"/>
                  </a:moveTo>
                  <a:cubicBezTo>
                    <a:pt x="1497" y="0"/>
                    <a:pt x="1366" y="130"/>
                    <a:pt x="1366" y="260"/>
                  </a:cubicBezTo>
                  <a:lnTo>
                    <a:pt x="1301" y="1561"/>
                  </a:lnTo>
                  <a:lnTo>
                    <a:pt x="553" y="488"/>
                  </a:lnTo>
                  <a:cubicBezTo>
                    <a:pt x="514" y="409"/>
                    <a:pt x="427" y="366"/>
                    <a:pt x="336" y="366"/>
                  </a:cubicBezTo>
                  <a:cubicBezTo>
                    <a:pt x="276" y="366"/>
                    <a:pt x="215" y="385"/>
                    <a:pt x="163" y="423"/>
                  </a:cubicBezTo>
                  <a:cubicBezTo>
                    <a:pt x="66" y="488"/>
                    <a:pt x="1" y="651"/>
                    <a:pt x="98" y="781"/>
                  </a:cubicBezTo>
                  <a:lnTo>
                    <a:pt x="1204" y="2439"/>
                  </a:lnTo>
                  <a:cubicBezTo>
                    <a:pt x="1284" y="2519"/>
                    <a:pt x="1386" y="2578"/>
                    <a:pt x="1493" y="2578"/>
                  </a:cubicBezTo>
                  <a:cubicBezTo>
                    <a:pt x="1515" y="2578"/>
                    <a:pt x="1539" y="2575"/>
                    <a:pt x="1562" y="2569"/>
                  </a:cubicBezTo>
                  <a:cubicBezTo>
                    <a:pt x="1692" y="2537"/>
                    <a:pt x="1789" y="2407"/>
                    <a:pt x="1789" y="2277"/>
                  </a:cubicBezTo>
                  <a:lnTo>
                    <a:pt x="1919" y="293"/>
                  </a:lnTo>
                  <a:cubicBezTo>
                    <a:pt x="1919" y="163"/>
                    <a:pt x="1822" y="33"/>
                    <a:pt x="16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0"/>
            <p:cNvSpPr/>
            <p:nvPr/>
          </p:nvSpPr>
          <p:spPr>
            <a:xfrm>
              <a:off x="708527" y="3218650"/>
              <a:ext cx="27050" cy="47784"/>
            </a:xfrm>
            <a:custGeom>
              <a:avLst/>
              <a:gdLst/>
              <a:ahLst/>
              <a:cxnLst/>
              <a:rect l="l" t="t" r="r" b="b"/>
              <a:pathLst>
                <a:path w="912" h="1615" extrusionOk="0">
                  <a:moveTo>
                    <a:pt x="331" y="0"/>
                  </a:moveTo>
                  <a:cubicBezTo>
                    <a:pt x="298" y="0"/>
                    <a:pt x="263" y="7"/>
                    <a:pt x="228" y="21"/>
                  </a:cubicBezTo>
                  <a:cubicBezTo>
                    <a:pt x="98" y="53"/>
                    <a:pt x="1" y="216"/>
                    <a:pt x="66" y="346"/>
                  </a:cubicBezTo>
                  <a:lnTo>
                    <a:pt x="326" y="1419"/>
                  </a:lnTo>
                  <a:cubicBezTo>
                    <a:pt x="391" y="1549"/>
                    <a:pt x="489" y="1614"/>
                    <a:pt x="619" y="1614"/>
                  </a:cubicBezTo>
                  <a:lnTo>
                    <a:pt x="684" y="1614"/>
                  </a:lnTo>
                  <a:cubicBezTo>
                    <a:pt x="814" y="1582"/>
                    <a:pt x="911" y="1419"/>
                    <a:pt x="879" y="1289"/>
                  </a:cubicBezTo>
                  <a:lnTo>
                    <a:pt x="586" y="216"/>
                  </a:lnTo>
                  <a:cubicBezTo>
                    <a:pt x="561" y="88"/>
                    <a:pt x="455" y="0"/>
                    <a:pt x="3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20"/>
            <p:cNvSpPr/>
            <p:nvPr/>
          </p:nvSpPr>
          <p:spPr>
            <a:xfrm>
              <a:off x="745187" y="3225811"/>
              <a:ext cx="22215" cy="31954"/>
            </a:xfrm>
            <a:custGeom>
              <a:avLst/>
              <a:gdLst/>
              <a:ahLst/>
              <a:cxnLst/>
              <a:rect l="l" t="t" r="r" b="b"/>
              <a:pathLst>
                <a:path w="749" h="1080" extrusionOk="0">
                  <a:moveTo>
                    <a:pt x="281" y="0"/>
                  </a:moveTo>
                  <a:cubicBezTo>
                    <a:pt x="263" y="0"/>
                    <a:pt x="245" y="2"/>
                    <a:pt x="228" y="6"/>
                  </a:cubicBezTo>
                  <a:cubicBezTo>
                    <a:pt x="66" y="39"/>
                    <a:pt x="0" y="201"/>
                    <a:pt x="33" y="364"/>
                  </a:cubicBezTo>
                  <a:lnTo>
                    <a:pt x="163" y="884"/>
                  </a:lnTo>
                  <a:cubicBezTo>
                    <a:pt x="196" y="1014"/>
                    <a:pt x="326" y="1080"/>
                    <a:pt x="456" y="1080"/>
                  </a:cubicBezTo>
                  <a:lnTo>
                    <a:pt x="521" y="1080"/>
                  </a:lnTo>
                  <a:cubicBezTo>
                    <a:pt x="651" y="1047"/>
                    <a:pt x="748" y="884"/>
                    <a:pt x="716" y="754"/>
                  </a:cubicBezTo>
                  <a:lnTo>
                    <a:pt x="553" y="201"/>
                  </a:lnTo>
                  <a:cubicBezTo>
                    <a:pt x="525" y="89"/>
                    <a:pt x="399" y="0"/>
                    <a:pt x="2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0"/>
            <p:cNvSpPr/>
            <p:nvPr/>
          </p:nvSpPr>
          <p:spPr>
            <a:xfrm>
              <a:off x="772207" y="3201756"/>
              <a:ext cx="27020" cy="48316"/>
            </a:xfrm>
            <a:custGeom>
              <a:avLst/>
              <a:gdLst/>
              <a:ahLst/>
              <a:cxnLst/>
              <a:rect l="l" t="t" r="r" b="b"/>
              <a:pathLst>
                <a:path w="911" h="1633" extrusionOk="0">
                  <a:moveTo>
                    <a:pt x="290" y="0"/>
                  </a:moveTo>
                  <a:cubicBezTo>
                    <a:pt x="270" y="0"/>
                    <a:pt x="249" y="2"/>
                    <a:pt x="228" y="6"/>
                  </a:cubicBezTo>
                  <a:cubicBezTo>
                    <a:pt x="98" y="39"/>
                    <a:pt x="0" y="201"/>
                    <a:pt x="33" y="332"/>
                  </a:cubicBezTo>
                  <a:lnTo>
                    <a:pt x="325" y="1405"/>
                  </a:lnTo>
                  <a:cubicBezTo>
                    <a:pt x="358" y="1535"/>
                    <a:pt x="455" y="1632"/>
                    <a:pt x="585" y="1632"/>
                  </a:cubicBezTo>
                  <a:cubicBezTo>
                    <a:pt x="618" y="1632"/>
                    <a:pt x="650" y="1632"/>
                    <a:pt x="650" y="1600"/>
                  </a:cubicBezTo>
                  <a:cubicBezTo>
                    <a:pt x="813" y="1567"/>
                    <a:pt x="911" y="1437"/>
                    <a:pt x="846" y="1275"/>
                  </a:cubicBezTo>
                  <a:lnTo>
                    <a:pt x="585" y="201"/>
                  </a:lnTo>
                  <a:cubicBezTo>
                    <a:pt x="529" y="89"/>
                    <a:pt x="423" y="0"/>
                    <a:pt x="2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0"/>
            <p:cNvSpPr/>
            <p:nvPr/>
          </p:nvSpPr>
          <p:spPr>
            <a:xfrm>
              <a:off x="1051901" y="3269807"/>
              <a:ext cx="145690" cy="177998"/>
            </a:xfrm>
            <a:custGeom>
              <a:avLst/>
              <a:gdLst/>
              <a:ahLst/>
              <a:cxnLst/>
              <a:rect l="l" t="t" r="r" b="b"/>
              <a:pathLst>
                <a:path w="4912" h="6016" extrusionOk="0">
                  <a:moveTo>
                    <a:pt x="1706" y="1"/>
                  </a:moveTo>
                  <a:cubicBezTo>
                    <a:pt x="1488" y="1"/>
                    <a:pt x="1292" y="152"/>
                    <a:pt x="1236" y="373"/>
                  </a:cubicBezTo>
                  <a:lnTo>
                    <a:pt x="66" y="4698"/>
                  </a:lnTo>
                  <a:cubicBezTo>
                    <a:pt x="1" y="4958"/>
                    <a:pt x="163" y="5218"/>
                    <a:pt x="423" y="5283"/>
                  </a:cubicBezTo>
                  <a:lnTo>
                    <a:pt x="3090" y="5999"/>
                  </a:lnTo>
                  <a:cubicBezTo>
                    <a:pt x="3135" y="6010"/>
                    <a:pt x="3179" y="6015"/>
                    <a:pt x="3223" y="6015"/>
                  </a:cubicBezTo>
                  <a:cubicBezTo>
                    <a:pt x="3434" y="6015"/>
                    <a:pt x="3622" y="5889"/>
                    <a:pt x="3675" y="5674"/>
                  </a:cubicBezTo>
                  <a:lnTo>
                    <a:pt x="4846" y="1316"/>
                  </a:lnTo>
                  <a:cubicBezTo>
                    <a:pt x="4911" y="1088"/>
                    <a:pt x="4749" y="828"/>
                    <a:pt x="4521" y="763"/>
                  </a:cubicBezTo>
                  <a:lnTo>
                    <a:pt x="1822" y="15"/>
                  </a:lnTo>
                  <a:cubicBezTo>
                    <a:pt x="1783" y="6"/>
                    <a:pt x="1744" y="1"/>
                    <a:pt x="170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0"/>
            <p:cNvSpPr/>
            <p:nvPr/>
          </p:nvSpPr>
          <p:spPr>
            <a:xfrm>
              <a:off x="1097251" y="3320994"/>
              <a:ext cx="54990" cy="76484"/>
            </a:xfrm>
            <a:custGeom>
              <a:avLst/>
              <a:gdLst/>
              <a:ahLst/>
              <a:cxnLst/>
              <a:rect l="l" t="t" r="r" b="b"/>
              <a:pathLst>
                <a:path w="1854" h="2585" extrusionOk="0">
                  <a:moveTo>
                    <a:pt x="797" y="1"/>
                  </a:moveTo>
                  <a:cubicBezTo>
                    <a:pt x="665" y="1"/>
                    <a:pt x="548" y="68"/>
                    <a:pt x="520" y="204"/>
                  </a:cubicBezTo>
                  <a:lnTo>
                    <a:pt x="293" y="1114"/>
                  </a:lnTo>
                  <a:lnTo>
                    <a:pt x="33" y="2025"/>
                  </a:lnTo>
                  <a:cubicBezTo>
                    <a:pt x="0" y="2155"/>
                    <a:pt x="98" y="2318"/>
                    <a:pt x="228" y="2350"/>
                  </a:cubicBezTo>
                  <a:lnTo>
                    <a:pt x="1008" y="2578"/>
                  </a:lnTo>
                  <a:cubicBezTo>
                    <a:pt x="1025" y="2582"/>
                    <a:pt x="1043" y="2584"/>
                    <a:pt x="1061" y="2584"/>
                  </a:cubicBezTo>
                  <a:cubicBezTo>
                    <a:pt x="1179" y="2584"/>
                    <a:pt x="1305" y="2496"/>
                    <a:pt x="1333" y="2383"/>
                  </a:cubicBezTo>
                  <a:cubicBezTo>
                    <a:pt x="1366" y="2220"/>
                    <a:pt x="1301" y="2090"/>
                    <a:pt x="1138" y="2025"/>
                  </a:cubicBezTo>
                  <a:lnTo>
                    <a:pt x="651" y="1895"/>
                  </a:lnTo>
                  <a:lnTo>
                    <a:pt x="748" y="1537"/>
                  </a:lnTo>
                  <a:lnTo>
                    <a:pt x="1203" y="1635"/>
                  </a:lnTo>
                  <a:cubicBezTo>
                    <a:pt x="1225" y="1640"/>
                    <a:pt x="1248" y="1643"/>
                    <a:pt x="1270" y="1643"/>
                  </a:cubicBezTo>
                  <a:cubicBezTo>
                    <a:pt x="1384" y="1643"/>
                    <a:pt x="1501" y="1575"/>
                    <a:pt x="1529" y="1440"/>
                  </a:cubicBezTo>
                  <a:cubicBezTo>
                    <a:pt x="1561" y="1310"/>
                    <a:pt x="1464" y="1147"/>
                    <a:pt x="1333" y="1114"/>
                  </a:cubicBezTo>
                  <a:lnTo>
                    <a:pt x="878" y="984"/>
                  </a:lnTo>
                  <a:lnTo>
                    <a:pt x="976" y="627"/>
                  </a:lnTo>
                  <a:lnTo>
                    <a:pt x="1496" y="757"/>
                  </a:lnTo>
                  <a:cubicBezTo>
                    <a:pt x="1513" y="761"/>
                    <a:pt x="1531" y="763"/>
                    <a:pt x="1549" y="763"/>
                  </a:cubicBezTo>
                  <a:cubicBezTo>
                    <a:pt x="1667" y="763"/>
                    <a:pt x="1793" y="675"/>
                    <a:pt x="1821" y="562"/>
                  </a:cubicBezTo>
                  <a:cubicBezTo>
                    <a:pt x="1854" y="399"/>
                    <a:pt x="1789" y="269"/>
                    <a:pt x="1626" y="204"/>
                  </a:cubicBezTo>
                  <a:lnTo>
                    <a:pt x="878" y="9"/>
                  </a:lnTo>
                  <a:cubicBezTo>
                    <a:pt x="851" y="3"/>
                    <a:pt x="824" y="1"/>
                    <a:pt x="7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0"/>
            <p:cNvSpPr/>
            <p:nvPr/>
          </p:nvSpPr>
          <p:spPr>
            <a:xfrm>
              <a:off x="1113623" y="3201756"/>
              <a:ext cx="27050" cy="47961"/>
            </a:xfrm>
            <a:custGeom>
              <a:avLst/>
              <a:gdLst/>
              <a:ahLst/>
              <a:cxnLst/>
              <a:rect l="l" t="t" r="r" b="b"/>
              <a:pathLst>
                <a:path w="912" h="1621" extrusionOk="0">
                  <a:moveTo>
                    <a:pt x="599" y="0"/>
                  </a:moveTo>
                  <a:cubicBezTo>
                    <a:pt x="481" y="0"/>
                    <a:pt x="354" y="89"/>
                    <a:pt x="326" y="201"/>
                  </a:cubicBezTo>
                  <a:lnTo>
                    <a:pt x="34" y="1275"/>
                  </a:lnTo>
                  <a:cubicBezTo>
                    <a:pt x="1" y="1437"/>
                    <a:pt x="99" y="1567"/>
                    <a:pt x="229" y="1600"/>
                  </a:cubicBezTo>
                  <a:cubicBezTo>
                    <a:pt x="263" y="1614"/>
                    <a:pt x="297" y="1620"/>
                    <a:pt x="328" y="1620"/>
                  </a:cubicBezTo>
                  <a:cubicBezTo>
                    <a:pt x="442" y="1620"/>
                    <a:pt x="528" y="1533"/>
                    <a:pt x="554" y="1405"/>
                  </a:cubicBezTo>
                  <a:lnTo>
                    <a:pt x="847" y="332"/>
                  </a:lnTo>
                  <a:cubicBezTo>
                    <a:pt x="912" y="201"/>
                    <a:pt x="814" y="39"/>
                    <a:pt x="651" y="6"/>
                  </a:cubicBezTo>
                  <a:cubicBezTo>
                    <a:pt x="634" y="2"/>
                    <a:pt x="617" y="0"/>
                    <a:pt x="5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0"/>
            <p:cNvSpPr/>
            <p:nvPr/>
          </p:nvSpPr>
          <p:spPr>
            <a:xfrm>
              <a:off x="1145478" y="3225811"/>
              <a:ext cx="22215" cy="32191"/>
            </a:xfrm>
            <a:custGeom>
              <a:avLst/>
              <a:gdLst/>
              <a:ahLst/>
              <a:cxnLst/>
              <a:rect l="l" t="t" r="r" b="b"/>
              <a:pathLst>
                <a:path w="749" h="1088" extrusionOk="0">
                  <a:moveTo>
                    <a:pt x="458" y="0"/>
                  </a:moveTo>
                  <a:cubicBezTo>
                    <a:pt x="325" y="0"/>
                    <a:pt x="219" y="89"/>
                    <a:pt x="163" y="201"/>
                  </a:cubicBezTo>
                  <a:lnTo>
                    <a:pt x="33" y="754"/>
                  </a:lnTo>
                  <a:cubicBezTo>
                    <a:pt x="0" y="884"/>
                    <a:pt x="65" y="1047"/>
                    <a:pt x="228" y="1080"/>
                  </a:cubicBezTo>
                  <a:cubicBezTo>
                    <a:pt x="249" y="1085"/>
                    <a:pt x="272" y="1088"/>
                    <a:pt x="295" y="1088"/>
                  </a:cubicBezTo>
                  <a:cubicBezTo>
                    <a:pt x="408" y="1088"/>
                    <a:pt x="526" y="1020"/>
                    <a:pt x="553" y="884"/>
                  </a:cubicBezTo>
                  <a:lnTo>
                    <a:pt x="716" y="364"/>
                  </a:lnTo>
                  <a:cubicBezTo>
                    <a:pt x="748" y="201"/>
                    <a:pt x="651" y="39"/>
                    <a:pt x="520" y="6"/>
                  </a:cubicBezTo>
                  <a:cubicBezTo>
                    <a:pt x="499" y="2"/>
                    <a:pt x="478" y="0"/>
                    <a:pt x="4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0"/>
            <p:cNvSpPr/>
            <p:nvPr/>
          </p:nvSpPr>
          <p:spPr>
            <a:xfrm>
              <a:off x="1176324" y="3218650"/>
              <a:ext cx="27050" cy="48021"/>
            </a:xfrm>
            <a:custGeom>
              <a:avLst/>
              <a:gdLst/>
              <a:ahLst/>
              <a:cxnLst/>
              <a:rect l="l" t="t" r="r" b="b"/>
              <a:pathLst>
                <a:path w="912" h="1623" extrusionOk="0">
                  <a:moveTo>
                    <a:pt x="585" y="0"/>
                  </a:moveTo>
                  <a:cubicBezTo>
                    <a:pt x="470" y="0"/>
                    <a:pt x="384" y="88"/>
                    <a:pt x="358" y="216"/>
                  </a:cubicBezTo>
                  <a:lnTo>
                    <a:pt x="66" y="1289"/>
                  </a:lnTo>
                  <a:cubicBezTo>
                    <a:pt x="1" y="1419"/>
                    <a:pt x="98" y="1582"/>
                    <a:pt x="261" y="1614"/>
                  </a:cubicBezTo>
                  <a:cubicBezTo>
                    <a:pt x="283" y="1620"/>
                    <a:pt x="305" y="1622"/>
                    <a:pt x="328" y="1622"/>
                  </a:cubicBezTo>
                  <a:cubicBezTo>
                    <a:pt x="442" y="1622"/>
                    <a:pt x="559" y="1555"/>
                    <a:pt x="586" y="1419"/>
                  </a:cubicBezTo>
                  <a:lnTo>
                    <a:pt x="879" y="346"/>
                  </a:lnTo>
                  <a:cubicBezTo>
                    <a:pt x="911" y="183"/>
                    <a:pt x="814" y="53"/>
                    <a:pt x="684" y="21"/>
                  </a:cubicBezTo>
                  <a:cubicBezTo>
                    <a:pt x="649" y="7"/>
                    <a:pt x="616" y="0"/>
                    <a:pt x="5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0"/>
            <p:cNvSpPr/>
            <p:nvPr/>
          </p:nvSpPr>
          <p:spPr>
            <a:xfrm>
              <a:off x="1003673" y="3291228"/>
              <a:ext cx="22215" cy="31954"/>
            </a:xfrm>
            <a:custGeom>
              <a:avLst/>
              <a:gdLst/>
              <a:ahLst/>
              <a:cxnLst/>
              <a:rect l="l" t="t" r="r" b="b"/>
              <a:pathLst>
                <a:path w="749" h="1080" extrusionOk="0">
                  <a:moveTo>
                    <a:pt x="459" y="0"/>
                  </a:moveTo>
                  <a:cubicBezTo>
                    <a:pt x="325" y="0"/>
                    <a:pt x="220" y="89"/>
                    <a:pt x="163" y="202"/>
                  </a:cubicBezTo>
                  <a:lnTo>
                    <a:pt x="33" y="755"/>
                  </a:lnTo>
                  <a:cubicBezTo>
                    <a:pt x="1" y="885"/>
                    <a:pt x="66" y="1047"/>
                    <a:pt x="228" y="1080"/>
                  </a:cubicBezTo>
                  <a:lnTo>
                    <a:pt x="293" y="1080"/>
                  </a:lnTo>
                  <a:cubicBezTo>
                    <a:pt x="424" y="1080"/>
                    <a:pt x="521" y="1015"/>
                    <a:pt x="554" y="885"/>
                  </a:cubicBezTo>
                  <a:lnTo>
                    <a:pt x="716" y="332"/>
                  </a:lnTo>
                  <a:cubicBezTo>
                    <a:pt x="749" y="202"/>
                    <a:pt x="651" y="39"/>
                    <a:pt x="521" y="7"/>
                  </a:cubicBezTo>
                  <a:cubicBezTo>
                    <a:pt x="500" y="2"/>
                    <a:pt x="479" y="0"/>
                    <a:pt x="4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0"/>
            <p:cNvSpPr/>
            <p:nvPr/>
          </p:nvSpPr>
          <p:spPr>
            <a:xfrm>
              <a:off x="1034550" y="3284068"/>
              <a:ext cx="27020" cy="47784"/>
            </a:xfrm>
            <a:custGeom>
              <a:avLst/>
              <a:gdLst/>
              <a:ahLst/>
              <a:cxnLst/>
              <a:rect l="l" t="t" r="r" b="b"/>
              <a:pathLst>
                <a:path w="911" h="1615" extrusionOk="0">
                  <a:moveTo>
                    <a:pt x="584" y="1"/>
                  </a:moveTo>
                  <a:cubicBezTo>
                    <a:pt x="470" y="1"/>
                    <a:pt x="384" y="88"/>
                    <a:pt x="358" y="216"/>
                  </a:cubicBezTo>
                  <a:lnTo>
                    <a:pt x="65" y="1289"/>
                  </a:lnTo>
                  <a:cubicBezTo>
                    <a:pt x="0" y="1419"/>
                    <a:pt x="98" y="1582"/>
                    <a:pt x="261" y="1615"/>
                  </a:cubicBezTo>
                  <a:lnTo>
                    <a:pt x="326" y="1615"/>
                  </a:lnTo>
                  <a:cubicBezTo>
                    <a:pt x="456" y="1615"/>
                    <a:pt x="553" y="1549"/>
                    <a:pt x="586" y="1419"/>
                  </a:cubicBezTo>
                  <a:lnTo>
                    <a:pt x="878" y="346"/>
                  </a:lnTo>
                  <a:cubicBezTo>
                    <a:pt x="911" y="184"/>
                    <a:pt x="813" y="54"/>
                    <a:pt x="683" y="21"/>
                  </a:cubicBezTo>
                  <a:cubicBezTo>
                    <a:pt x="649" y="7"/>
                    <a:pt x="615" y="1"/>
                    <a:pt x="5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0"/>
            <p:cNvSpPr/>
            <p:nvPr/>
          </p:nvSpPr>
          <p:spPr>
            <a:xfrm>
              <a:off x="887940" y="3291228"/>
              <a:ext cx="22215" cy="31954"/>
            </a:xfrm>
            <a:custGeom>
              <a:avLst/>
              <a:gdLst/>
              <a:ahLst/>
              <a:cxnLst/>
              <a:rect l="l" t="t" r="r" b="b"/>
              <a:pathLst>
                <a:path w="749" h="1080" extrusionOk="0">
                  <a:moveTo>
                    <a:pt x="281" y="0"/>
                  </a:moveTo>
                  <a:cubicBezTo>
                    <a:pt x="263" y="0"/>
                    <a:pt x="245" y="2"/>
                    <a:pt x="228" y="7"/>
                  </a:cubicBezTo>
                  <a:cubicBezTo>
                    <a:pt x="65" y="39"/>
                    <a:pt x="0" y="202"/>
                    <a:pt x="33" y="332"/>
                  </a:cubicBezTo>
                  <a:lnTo>
                    <a:pt x="163" y="885"/>
                  </a:lnTo>
                  <a:cubicBezTo>
                    <a:pt x="196" y="1015"/>
                    <a:pt x="326" y="1080"/>
                    <a:pt x="456" y="1080"/>
                  </a:cubicBezTo>
                  <a:lnTo>
                    <a:pt x="521" y="1080"/>
                  </a:lnTo>
                  <a:cubicBezTo>
                    <a:pt x="651" y="1047"/>
                    <a:pt x="748" y="885"/>
                    <a:pt x="716" y="755"/>
                  </a:cubicBezTo>
                  <a:lnTo>
                    <a:pt x="553" y="202"/>
                  </a:lnTo>
                  <a:cubicBezTo>
                    <a:pt x="525" y="89"/>
                    <a:pt x="399" y="0"/>
                    <a:pt x="2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0"/>
            <p:cNvSpPr/>
            <p:nvPr/>
          </p:nvSpPr>
          <p:spPr>
            <a:xfrm>
              <a:off x="851280" y="3284068"/>
              <a:ext cx="27050" cy="47784"/>
            </a:xfrm>
            <a:custGeom>
              <a:avLst/>
              <a:gdLst/>
              <a:ahLst/>
              <a:cxnLst/>
              <a:rect l="l" t="t" r="r" b="b"/>
              <a:pathLst>
                <a:path w="912" h="1615" extrusionOk="0">
                  <a:moveTo>
                    <a:pt x="347" y="1"/>
                  </a:moveTo>
                  <a:cubicBezTo>
                    <a:pt x="318" y="1"/>
                    <a:pt x="289" y="7"/>
                    <a:pt x="261" y="21"/>
                  </a:cubicBezTo>
                  <a:cubicBezTo>
                    <a:pt x="98" y="54"/>
                    <a:pt x="1" y="184"/>
                    <a:pt x="66" y="346"/>
                  </a:cubicBezTo>
                  <a:lnTo>
                    <a:pt x="358" y="1419"/>
                  </a:lnTo>
                  <a:cubicBezTo>
                    <a:pt x="391" y="1549"/>
                    <a:pt x="488" y="1615"/>
                    <a:pt x="619" y="1615"/>
                  </a:cubicBezTo>
                  <a:lnTo>
                    <a:pt x="684" y="1615"/>
                  </a:lnTo>
                  <a:cubicBezTo>
                    <a:pt x="814" y="1582"/>
                    <a:pt x="911" y="1419"/>
                    <a:pt x="879" y="1289"/>
                  </a:cubicBezTo>
                  <a:lnTo>
                    <a:pt x="586" y="216"/>
                  </a:lnTo>
                  <a:cubicBezTo>
                    <a:pt x="560" y="88"/>
                    <a:pt x="454" y="1"/>
                    <a:pt x="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0"/>
            <p:cNvSpPr/>
            <p:nvPr/>
          </p:nvSpPr>
          <p:spPr>
            <a:xfrm>
              <a:off x="935189" y="3349693"/>
              <a:ext cx="145690" cy="177969"/>
            </a:xfrm>
            <a:custGeom>
              <a:avLst/>
              <a:gdLst/>
              <a:ahLst/>
              <a:cxnLst/>
              <a:rect l="l" t="t" r="r" b="b"/>
              <a:pathLst>
                <a:path w="4912" h="6015" extrusionOk="0">
                  <a:moveTo>
                    <a:pt x="1706" y="0"/>
                  </a:moveTo>
                  <a:cubicBezTo>
                    <a:pt x="1489" y="0"/>
                    <a:pt x="1292" y="151"/>
                    <a:pt x="1237" y="372"/>
                  </a:cubicBezTo>
                  <a:lnTo>
                    <a:pt x="66" y="4697"/>
                  </a:lnTo>
                  <a:cubicBezTo>
                    <a:pt x="1" y="4957"/>
                    <a:pt x="163" y="5218"/>
                    <a:pt x="424" y="5283"/>
                  </a:cubicBezTo>
                  <a:lnTo>
                    <a:pt x="3090" y="5998"/>
                  </a:lnTo>
                  <a:cubicBezTo>
                    <a:pt x="3135" y="6009"/>
                    <a:pt x="3179" y="6015"/>
                    <a:pt x="3223" y="6015"/>
                  </a:cubicBezTo>
                  <a:cubicBezTo>
                    <a:pt x="3434" y="6015"/>
                    <a:pt x="3622" y="5888"/>
                    <a:pt x="3676" y="5673"/>
                  </a:cubicBezTo>
                  <a:lnTo>
                    <a:pt x="4846" y="1315"/>
                  </a:lnTo>
                  <a:cubicBezTo>
                    <a:pt x="4911" y="1088"/>
                    <a:pt x="4749" y="827"/>
                    <a:pt x="4489" y="730"/>
                  </a:cubicBezTo>
                  <a:lnTo>
                    <a:pt x="1822" y="14"/>
                  </a:lnTo>
                  <a:cubicBezTo>
                    <a:pt x="1783" y="5"/>
                    <a:pt x="1744" y="0"/>
                    <a:pt x="17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0"/>
            <p:cNvSpPr/>
            <p:nvPr/>
          </p:nvSpPr>
          <p:spPr>
            <a:xfrm>
              <a:off x="991127" y="3399548"/>
              <a:ext cx="48257" cy="74886"/>
            </a:xfrm>
            <a:custGeom>
              <a:avLst/>
              <a:gdLst/>
              <a:ahLst/>
              <a:cxnLst/>
              <a:rect l="l" t="t" r="r" b="b"/>
              <a:pathLst>
                <a:path w="1627" h="2531" extrusionOk="0">
                  <a:moveTo>
                    <a:pt x="292" y="0"/>
                  </a:moveTo>
                  <a:cubicBezTo>
                    <a:pt x="176" y="0"/>
                    <a:pt x="85" y="88"/>
                    <a:pt x="34" y="216"/>
                  </a:cubicBezTo>
                  <a:cubicBezTo>
                    <a:pt x="1" y="346"/>
                    <a:pt x="99" y="508"/>
                    <a:pt x="229" y="541"/>
                  </a:cubicBezTo>
                  <a:lnTo>
                    <a:pt x="489" y="606"/>
                  </a:lnTo>
                  <a:lnTo>
                    <a:pt x="66" y="2167"/>
                  </a:lnTo>
                  <a:cubicBezTo>
                    <a:pt x="1" y="2329"/>
                    <a:pt x="99" y="2459"/>
                    <a:pt x="261" y="2524"/>
                  </a:cubicBezTo>
                  <a:cubicBezTo>
                    <a:pt x="278" y="2529"/>
                    <a:pt x="296" y="2531"/>
                    <a:pt x="314" y="2531"/>
                  </a:cubicBezTo>
                  <a:cubicBezTo>
                    <a:pt x="432" y="2531"/>
                    <a:pt x="558" y="2442"/>
                    <a:pt x="586" y="2329"/>
                  </a:cubicBezTo>
                  <a:lnTo>
                    <a:pt x="1009" y="736"/>
                  </a:lnTo>
                  <a:lnTo>
                    <a:pt x="1237" y="801"/>
                  </a:lnTo>
                  <a:cubicBezTo>
                    <a:pt x="1264" y="806"/>
                    <a:pt x="1291" y="809"/>
                    <a:pt x="1317" y="809"/>
                  </a:cubicBezTo>
                  <a:cubicBezTo>
                    <a:pt x="1450" y="809"/>
                    <a:pt x="1567" y="741"/>
                    <a:pt x="1594" y="606"/>
                  </a:cubicBezTo>
                  <a:cubicBezTo>
                    <a:pt x="1627" y="476"/>
                    <a:pt x="1529" y="313"/>
                    <a:pt x="1399" y="281"/>
                  </a:cubicBezTo>
                  <a:lnTo>
                    <a:pt x="391" y="20"/>
                  </a:lnTo>
                  <a:cubicBezTo>
                    <a:pt x="356" y="7"/>
                    <a:pt x="323" y="0"/>
                    <a:pt x="2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0"/>
            <p:cNvSpPr/>
            <p:nvPr/>
          </p:nvSpPr>
          <p:spPr>
            <a:xfrm>
              <a:off x="832001" y="3349693"/>
              <a:ext cx="144711" cy="177969"/>
            </a:xfrm>
            <a:custGeom>
              <a:avLst/>
              <a:gdLst/>
              <a:ahLst/>
              <a:cxnLst/>
              <a:rect l="l" t="t" r="r" b="b"/>
              <a:pathLst>
                <a:path w="4879" h="6015" extrusionOk="0">
                  <a:moveTo>
                    <a:pt x="3205" y="0"/>
                  </a:moveTo>
                  <a:cubicBezTo>
                    <a:pt x="3167" y="0"/>
                    <a:pt x="3128" y="5"/>
                    <a:pt x="3090" y="14"/>
                  </a:cubicBezTo>
                  <a:lnTo>
                    <a:pt x="390" y="730"/>
                  </a:lnTo>
                  <a:cubicBezTo>
                    <a:pt x="130" y="795"/>
                    <a:pt x="0" y="1088"/>
                    <a:pt x="65" y="1315"/>
                  </a:cubicBezTo>
                  <a:lnTo>
                    <a:pt x="1236" y="5673"/>
                  </a:lnTo>
                  <a:cubicBezTo>
                    <a:pt x="1290" y="5888"/>
                    <a:pt x="1478" y="6015"/>
                    <a:pt x="1670" y="6015"/>
                  </a:cubicBezTo>
                  <a:cubicBezTo>
                    <a:pt x="1710" y="6015"/>
                    <a:pt x="1750" y="6009"/>
                    <a:pt x="1789" y="5998"/>
                  </a:cubicBezTo>
                  <a:lnTo>
                    <a:pt x="4488" y="5283"/>
                  </a:lnTo>
                  <a:cubicBezTo>
                    <a:pt x="4748" y="5218"/>
                    <a:pt x="4878" y="4957"/>
                    <a:pt x="4813" y="4697"/>
                  </a:cubicBezTo>
                  <a:lnTo>
                    <a:pt x="3675" y="372"/>
                  </a:lnTo>
                  <a:cubicBezTo>
                    <a:pt x="3620" y="151"/>
                    <a:pt x="3423" y="0"/>
                    <a:pt x="3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0"/>
            <p:cNvSpPr/>
            <p:nvPr/>
          </p:nvSpPr>
          <p:spPr>
            <a:xfrm>
              <a:off x="865754" y="3403868"/>
              <a:ext cx="77205" cy="69619"/>
            </a:xfrm>
            <a:custGeom>
              <a:avLst/>
              <a:gdLst/>
              <a:ahLst/>
              <a:cxnLst/>
              <a:rect l="l" t="t" r="r" b="b"/>
              <a:pathLst>
                <a:path w="2603" h="2353" extrusionOk="0">
                  <a:moveTo>
                    <a:pt x="1311" y="565"/>
                  </a:moveTo>
                  <a:cubicBezTo>
                    <a:pt x="1581" y="565"/>
                    <a:pt x="1839" y="744"/>
                    <a:pt x="1919" y="1013"/>
                  </a:cubicBezTo>
                  <a:cubicBezTo>
                    <a:pt x="1984" y="1370"/>
                    <a:pt x="1789" y="1696"/>
                    <a:pt x="1464" y="1793"/>
                  </a:cubicBezTo>
                  <a:cubicBezTo>
                    <a:pt x="1412" y="1809"/>
                    <a:pt x="1360" y="1816"/>
                    <a:pt x="1308" y="1816"/>
                  </a:cubicBezTo>
                  <a:cubicBezTo>
                    <a:pt x="1032" y="1816"/>
                    <a:pt x="765" y="1611"/>
                    <a:pt x="683" y="1338"/>
                  </a:cubicBezTo>
                  <a:cubicBezTo>
                    <a:pt x="618" y="1013"/>
                    <a:pt x="813" y="655"/>
                    <a:pt x="1139" y="590"/>
                  </a:cubicBezTo>
                  <a:cubicBezTo>
                    <a:pt x="1196" y="573"/>
                    <a:pt x="1254" y="565"/>
                    <a:pt x="1311" y="565"/>
                  </a:cubicBezTo>
                  <a:close/>
                  <a:moveTo>
                    <a:pt x="1294" y="0"/>
                  </a:moveTo>
                  <a:cubicBezTo>
                    <a:pt x="1200" y="0"/>
                    <a:pt x="1104" y="12"/>
                    <a:pt x="1009" y="37"/>
                  </a:cubicBezTo>
                  <a:cubicBezTo>
                    <a:pt x="358" y="232"/>
                    <a:pt x="0" y="850"/>
                    <a:pt x="163" y="1500"/>
                  </a:cubicBezTo>
                  <a:cubicBezTo>
                    <a:pt x="299" y="2018"/>
                    <a:pt x="777" y="2353"/>
                    <a:pt x="1292" y="2353"/>
                  </a:cubicBezTo>
                  <a:cubicBezTo>
                    <a:pt x="1392" y="2353"/>
                    <a:pt x="1493" y="2340"/>
                    <a:pt x="1594" y="2313"/>
                  </a:cubicBezTo>
                  <a:cubicBezTo>
                    <a:pt x="2244" y="2151"/>
                    <a:pt x="2602" y="1500"/>
                    <a:pt x="2439" y="883"/>
                  </a:cubicBezTo>
                  <a:cubicBezTo>
                    <a:pt x="2302" y="360"/>
                    <a:pt x="1815" y="0"/>
                    <a:pt x="12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0"/>
            <p:cNvSpPr/>
            <p:nvPr/>
          </p:nvSpPr>
          <p:spPr>
            <a:xfrm>
              <a:off x="774125" y="3534975"/>
              <a:ext cx="364610" cy="215428"/>
            </a:xfrm>
            <a:custGeom>
              <a:avLst/>
              <a:gdLst/>
              <a:ahLst/>
              <a:cxnLst/>
              <a:rect l="l" t="t" r="r" b="b"/>
              <a:pathLst>
                <a:path w="12293" h="7058" extrusionOk="0">
                  <a:moveTo>
                    <a:pt x="0" y="1"/>
                  </a:moveTo>
                  <a:lnTo>
                    <a:pt x="0" y="6635"/>
                  </a:lnTo>
                  <a:cubicBezTo>
                    <a:pt x="0" y="6862"/>
                    <a:pt x="195" y="7058"/>
                    <a:pt x="423" y="7058"/>
                  </a:cubicBezTo>
                  <a:lnTo>
                    <a:pt x="11740" y="7058"/>
                  </a:lnTo>
                  <a:cubicBezTo>
                    <a:pt x="12032" y="7058"/>
                    <a:pt x="12293" y="6830"/>
                    <a:pt x="12293" y="6505"/>
                  </a:cubicBezTo>
                  <a:lnTo>
                    <a:pt x="1229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0"/>
            <p:cNvSpPr/>
            <p:nvPr/>
          </p:nvSpPr>
          <p:spPr>
            <a:xfrm>
              <a:off x="774135" y="3541568"/>
              <a:ext cx="364610" cy="43346"/>
            </a:xfrm>
            <a:custGeom>
              <a:avLst/>
              <a:gdLst/>
              <a:ahLst/>
              <a:cxnLst/>
              <a:rect l="l" t="t" r="r" b="b"/>
              <a:pathLst>
                <a:path w="12293" h="1465" extrusionOk="0">
                  <a:moveTo>
                    <a:pt x="0" y="1"/>
                  </a:moveTo>
                  <a:lnTo>
                    <a:pt x="0" y="358"/>
                  </a:lnTo>
                  <a:lnTo>
                    <a:pt x="12293" y="1464"/>
                  </a:lnTo>
                  <a:lnTo>
                    <a:pt x="12293" y="1"/>
                  </a:lnTo>
                  <a:close/>
                </a:path>
              </a:pathLst>
            </a:custGeom>
            <a:solidFill>
              <a:srgbClr val="000000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0"/>
            <p:cNvSpPr/>
            <p:nvPr/>
          </p:nvSpPr>
          <p:spPr>
            <a:xfrm>
              <a:off x="757733" y="3492512"/>
              <a:ext cx="397414" cy="49086"/>
            </a:xfrm>
            <a:custGeom>
              <a:avLst/>
              <a:gdLst/>
              <a:ahLst/>
              <a:cxnLst/>
              <a:rect l="l" t="t" r="r" b="b"/>
              <a:pathLst>
                <a:path w="13399" h="1659" extrusionOk="0">
                  <a:moveTo>
                    <a:pt x="358" y="0"/>
                  </a:moveTo>
                  <a:cubicBezTo>
                    <a:pt x="163" y="0"/>
                    <a:pt x="0" y="163"/>
                    <a:pt x="0" y="391"/>
                  </a:cubicBezTo>
                  <a:lnTo>
                    <a:pt x="0" y="1301"/>
                  </a:lnTo>
                  <a:cubicBezTo>
                    <a:pt x="0" y="1496"/>
                    <a:pt x="163" y="1659"/>
                    <a:pt x="358" y="1659"/>
                  </a:cubicBezTo>
                  <a:lnTo>
                    <a:pt x="13008" y="1659"/>
                  </a:lnTo>
                  <a:cubicBezTo>
                    <a:pt x="13236" y="1659"/>
                    <a:pt x="13398" y="1496"/>
                    <a:pt x="13398" y="1301"/>
                  </a:cubicBezTo>
                  <a:lnTo>
                    <a:pt x="13398" y="391"/>
                  </a:lnTo>
                  <a:cubicBezTo>
                    <a:pt x="13398" y="163"/>
                    <a:pt x="13236" y="0"/>
                    <a:pt x="130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0"/>
            <p:cNvSpPr/>
            <p:nvPr/>
          </p:nvSpPr>
          <p:spPr>
            <a:xfrm>
              <a:off x="904342" y="3598820"/>
              <a:ext cx="104196" cy="95065"/>
            </a:xfrm>
            <a:custGeom>
              <a:avLst/>
              <a:gdLst/>
              <a:ahLst/>
              <a:cxnLst/>
              <a:rect l="l" t="t" r="r" b="b"/>
              <a:pathLst>
                <a:path w="3513" h="3213" extrusionOk="0">
                  <a:moveTo>
                    <a:pt x="1756" y="1"/>
                  </a:moveTo>
                  <a:cubicBezTo>
                    <a:pt x="1651" y="1"/>
                    <a:pt x="1545" y="49"/>
                    <a:pt x="1496" y="147"/>
                  </a:cubicBezTo>
                  <a:lnTo>
                    <a:pt x="1203" y="732"/>
                  </a:lnTo>
                  <a:cubicBezTo>
                    <a:pt x="1171" y="830"/>
                    <a:pt x="1073" y="895"/>
                    <a:pt x="976" y="895"/>
                  </a:cubicBezTo>
                  <a:lnTo>
                    <a:pt x="358" y="993"/>
                  </a:lnTo>
                  <a:cubicBezTo>
                    <a:pt x="98" y="1025"/>
                    <a:pt x="0" y="1318"/>
                    <a:pt x="163" y="1513"/>
                  </a:cubicBezTo>
                  <a:lnTo>
                    <a:pt x="651" y="1968"/>
                  </a:lnTo>
                  <a:cubicBezTo>
                    <a:pt x="716" y="2033"/>
                    <a:pt x="748" y="2131"/>
                    <a:pt x="716" y="2228"/>
                  </a:cubicBezTo>
                  <a:lnTo>
                    <a:pt x="618" y="2846"/>
                  </a:lnTo>
                  <a:cubicBezTo>
                    <a:pt x="592" y="3054"/>
                    <a:pt x="733" y="3200"/>
                    <a:pt x="906" y="3200"/>
                  </a:cubicBezTo>
                  <a:cubicBezTo>
                    <a:pt x="950" y="3200"/>
                    <a:pt x="995" y="3191"/>
                    <a:pt x="1041" y="3171"/>
                  </a:cubicBezTo>
                  <a:lnTo>
                    <a:pt x="1626" y="2879"/>
                  </a:lnTo>
                  <a:cubicBezTo>
                    <a:pt x="1659" y="2846"/>
                    <a:pt x="1708" y="2830"/>
                    <a:pt x="1756" y="2830"/>
                  </a:cubicBezTo>
                  <a:cubicBezTo>
                    <a:pt x="1805" y="2830"/>
                    <a:pt x="1854" y="2846"/>
                    <a:pt x="1886" y="2879"/>
                  </a:cubicBezTo>
                  <a:lnTo>
                    <a:pt x="2472" y="3171"/>
                  </a:lnTo>
                  <a:cubicBezTo>
                    <a:pt x="2522" y="3200"/>
                    <a:pt x="2572" y="3213"/>
                    <a:pt x="2619" y="3213"/>
                  </a:cubicBezTo>
                  <a:cubicBezTo>
                    <a:pt x="2787" y="3213"/>
                    <a:pt x="2920" y="3049"/>
                    <a:pt x="2894" y="2846"/>
                  </a:cubicBezTo>
                  <a:lnTo>
                    <a:pt x="2797" y="2228"/>
                  </a:lnTo>
                  <a:cubicBezTo>
                    <a:pt x="2764" y="2131"/>
                    <a:pt x="2797" y="2033"/>
                    <a:pt x="2862" y="1968"/>
                  </a:cubicBezTo>
                  <a:lnTo>
                    <a:pt x="3350" y="1513"/>
                  </a:lnTo>
                  <a:cubicBezTo>
                    <a:pt x="3512" y="1318"/>
                    <a:pt x="3415" y="1025"/>
                    <a:pt x="3187" y="993"/>
                  </a:cubicBezTo>
                  <a:lnTo>
                    <a:pt x="2537" y="895"/>
                  </a:lnTo>
                  <a:cubicBezTo>
                    <a:pt x="2439" y="895"/>
                    <a:pt x="2342" y="830"/>
                    <a:pt x="2309" y="732"/>
                  </a:cubicBezTo>
                  <a:lnTo>
                    <a:pt x="2016" y="147"/>
                  </a:lnTo>
                  <a:cubicBezTo>
                    <a:pt x="1968" y="49"/>
                    <a:pt x="1862" y="1"/>
                    <a:pt x="1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0"/>
            <p:cNvSpPr/>
            <p:nvPr/>
          </p:nvSpPr>
          <p:spPr>
            <a:xfrm>
              <a:off x="942930" y="3598820"/>
              <a:ext cx="65608" cy="95094"/>
            </a:xfrm>
            <a:custGeom>
              <a:avLst/>
              <a:gdLst/>
              <a:ahLst/>
              <a:cxnLst/>
              <a:rect l="l" t="t" r="r" b="b"/>
              <a:pathLst>
                <a:path w="2212" h="3214" extrusionOk="0">
                  <a:moveTo>
                    <a:pt x="439" y="1"/>
                  </a:moveTo>
                  <a:cubicBezTo>
                    <a:pt x="333" y="1"/>
                    <a:pt x="228" y="49"/>
                    <a:pt x="163" y="147"/>
                  </a:cubicBezTo>
                  <a:lnTo>
                    <a:pt x="0" y="537"/>
                  </a:lnTo>
                  <a:lnTo>
                    <a:pt x="260" y="1123"/>
                  </a:lnTo>
                  <a:cubicBezTo>
                    <a:pt x="293" y="1188"/>
                    <a:pt x="390" y="1253"/>
                    <a:pt x="488" y="1285"/>
                  </a:cubicBezTo>
                  <a:cubicBezTo>
                    <a:pt x="1008" y="1350"/>
                    <a:pt x="1203" y="1968"/>
                    <a:pt x="813" y="2326"/>
                  </a:cubicBezTo>
                  <a:cubicBezTo>
                    <a:pt x="748" y="2391"/>
                    <a:pt x="715" y="2488"/>
                    <a:pt x="748" y="2586"/>
                  </a:cubicBezTo>
                  <a:lnTo>
                    <a:pt x="813" y="3009"/>
                  </a:lnTo>
                  <a:lnTo>
                    <a:pt x="1138" y="3171"/>
                  </a:lnTo>
                  <a:cubicBezTo>
                    <a:pt x="1189" y="3200"/>
                    <a:pt x="1241" y="3213"/>
                    <a:pt x="1291" y="3213"/>
                  </a:cubicBezTo>
                  <a:cubicBezTo>
                    <a:pt x="1467" y="3213"/>
                    <a:pt x="1619" y="3056"/>
                    <a:pt x="1593" y="2879"/>
                  </a:cubicBezTo>
                  <a:lnTo>
                    <a:pt x="1463" y="2228"/>
                  </a:lnTo>
                  <a:cubicBezTo>
                    <a:pt x="1463" y="2131"/>
                    <a:pt x="1496" y="2033"/>
                    <a:pt x="1561" y="1968"/>
                  </a:cubicBezTo>
                  <a:lnTo>
                    <a:pt x="2049" y="1513"/>
                  </a:lnTo>
                  <a:cubicBezTo>
                    <a:pt x="2211" y="1318"/>
                    <a:pt x="2114" y="1025"/>
                    <a:pt x="1854" y="993"/>
                  </a:cubicBezTo>
                  <a:lnTo>
                    <a:pt x="1236" y="895"/>
                  </a:lnTo>
                  <a:cubicBezTo>
                    <a:pt x="1138" y="895"/>
                    <a:pt x="1041" y="830"/>
                    <a:pt x="1008" y="732"/>
                  </a:cubicBezTo>
                  <a:lnTo>
                    <a:pt x="715" y="147"/>
                  </a:lnTo>
                  <a:cubicBezTo>
                    <a:pt x="650" y="49"/>
                    <a:pt x="545" y="1"/>
                    <a:pt x="439" y="1"/>
                  </a:cubicBezTo>
                  <a:close/>
                </a:path>
              </a:pathLst>
            </a:custGeom>
            <a:solidFill>
              <a:srgbClr val="000000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" name="Google Shape;418;p20">
            <a:extLst>
              <a:ext uri="{FF2B5EF4-FFF2-40B4-BE49-F238E27FC236}">
                <a16:creationId xmlns:a16="http://schemas.microsoft.com/office/drawing/2014/main" id="{A9BC58A4-A075-6D0B-3260-6BFC475341D3}"/>
              </a:ext>
            </a:extLst>
          </p:cNvPr>
          <p:cNvGrpSpPr/>
          <p:nvPr/>
        </p:nvGrpSpPr>
        <p:grpSpPr>
          <a:xfrm>
            <a:off x="708526" y="1837998"/>
            <a:ext cx="494847" cy="548647"/>
            <a:chOff x="708527" y="3201756"/>
            <a:chExt cx="494847" cy="548647"/>
          </a:xfrm>
        </p:grpSpPr>
        <p:sp>
          <p:nvSpPr>
            <p:cNvPr id="3" name="Google Shape;419;p20">
              <a:extLst>
                <a:ext uri="{FF2B5EF4-FFF2-40B4-BE49-F238E27FC236}">
                  <a16:creationId xmlns:a16="http://schemas.microsoft.com/office/drawing/2014/main" id="{031B91F8-8DF2-8816-B367-9647ACE84C96}"/>
                </a:ext>
              </a:extLst>
            </p:cNvPr>
            <p:cNvSpPr/>
            <p:nvPr/>
          </p:nvSpPr>
          <p:spPr>
            <a:xfrm>
              <a:off x="714311" y="3270369"/>
              <a:ext cx="145690" cy="177436"/>
            </a:xfrm>
            <a:custGeom>
              <a:avLst/>
              <a:gdLst/>
              <a:ahLst/>
              <a:cxnLst/>
              <a:rect l="l" t="t" r="r" b="b"/>
              <a:pathLst>
                <a:path w="4912" h="5997" extrusionOk="0">
                  <a:moveTo>
                    <a:pt x="3261" y="0"/>
                  </a:moveTo>
                  <a:cubicBezTo>
                    <a:pt x="3215" y="0"/>
                    <a:pt x="3168" y="9"/>
                    <a:pt x="3123" y="29"/>
                  </a:cubicBezTo>
                  <a:lnTo>
                    <a:pt x="424" y="744"/>
                  </a:lnTo>
                  <a:cubicBezTo>
                    <a:pt x="163" y="809"/>
                    <a:pt x="1" y="1069"/>
                    <a:pt x="98" y="1330"/>
                  </a:cubicBezTo>
                  <a:lnTo>
                    <a:pt x="1237" y="5655"/>
                  </a:lnTo>
                  <a:cubicBezTo>
                    <a:pt x="1290" y="5870"/>
                    <a:pt x="1501" y="5996"/>
                    <a:pt x="1701" y="5996"/>
                  </a:cubicBezTo>
                  <a:cubicBezTo>
                    <a:pt x="1742" y="5996"/>
                    <a:pt x="1783" y="5991"/>
                    <a:pt x="1822" y="5980"/>
                  </a:cubicBezTo>
                  <a:lnTo>
                    <a:pt x="4521" y="5264"/>
                  </a:lnTo>
                  <a:cubicBezTo>
                    <a:pt x="4781" y="5199"/>
                    <a:pt x="4911" y="4939"/>
                    <a:pt x="4846" y="4679"/>
                  </a:cubicBezTo>
                  <a:lnTo>
                    <a:pt x="3676" y="354"/>
                  </a:lnTo>
                  <a:cubicBezTo>
                    <a:pt x="3624" y="146"/>
                    <a:pt x="3447" y="0"/>
                    <a:pt x="32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420;p20">
              <a:extLst>
                <a:ext uri="{FF2B5EF4-FFF2-40B4-BE49-F238E27FC236}">
                  <a16:creationId xmlns:a16="http://schemas.microsoft.com/office/drawing/2014/main" id="{1658BB72-8729-5EAB-DC67-977D31E0DA00}"/>
                </a:ext>
              </a:extLst>
            </p:cNvPr>
            <p:cNvSpPr/>
            <p:nvPr/>
          </p:nvSpPr>
          <p:spPr>
            <a:xfrm>
              <a:off x="750970" y="3318360"/>
              <a:ext cx="56947" cy="76277"/>
            </a:xfrm>
            <a:custGeom>
              <a:avLst/>
              <a:gdLst/>
              <a:ahLst/>
              <a:cxnLst/>
              <a:rect l="l" t="t" r="r" b="b"/>
              <a:pathLst>
                <a:path w="1920" h="2578" extrusionOk="0">
                  <a:moveTo>
                    <a:pt x="1659" y="0"/>
                  </a:moveTo>
                  <a:cubicBezTo>
                    <a:pt x="1497" y="0"/>
                    <a:pt x="1366" y="130"/>
                    <a:pt x="1366" y="260"/>
                  </a:cubicBezTo>
                  <a:lnTo>
                    <a:pt x="1301" y="1561"/>
                  </a:lnTo>
                  <a:lnTo>
                    <a:pt x="553" y="488"/>
                  </a:lnTo>
                  <a:cubicBezTo>
                    <a:pt x="514" y="409"/>
                    <a:pt x="427" y="366"/>
                    <a:pt x="336" y="366"/>
                  </a:cubicBezTo>
                  <a:cubicBezTo>
                    <a:pt x="276" y="366"/>
                    <a:pt x="215" y="385"/>
                    <a:pt x="163" y="423"/>
                  </a:cubicBezTo>
                  <a:cubicBezTo>
                    <a:pt x="66" y="488"/>
                    <a:pt x="1" y="651"/>
                    <a:pt x="98" y="781"/>
                  </a:cubicBezTo>
                  <a:lnTo>
                    <a:pt x="1204" y="2439"/>
                  </a:lnTo>
                  <a:cubicBezTo>
                    <a:pt x="1284" y="2519"/>
                    <a:pt x="1386" y="2578"/>
                    <a:pt x="1493" y="2578"/>
                  </a:cubicBezTo>
                  <a:cubicBezTo>
                    <a:pt x="1515" y="2578"/>
                    <a:pt x="1539" y="2575"/>
                    <a:pt x="1562" y="2569"/>
                  </a:cubicBezTo>
                  <a:cubicBezTo>
                    <a:pt x="1692" y="2537"/>
                    <a:pt x="1789" y="2407"/>
                    <a:pt x="1789" y="2277"/>
                  </a:cubicBezTo>
                  <a:lnTo>
                    <a:pt x="1919" y="293"/>
                  </a:lnTo>
                  <a:cubicBezTo>
                    <a:pt x="1919" y="163"/>
                    <a:pt x="1822" y="33"/>
                    <a:pt x="16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421;p20">
              <a:extLst>
                <a:ext uri="{FF2B5EF4-FFF2-40B4-BE49-F238E27FC236}">
                  <a16:creationId xmlns:a16="http://schemas.microsoft.com/office/drawing/2014/main" id="{A8E6935D-D987-BFBB-3120-5C5F81CACF82}"/>
                </a:ext>
              </a:extLst>
            </p:cNvPr>
            <p:cNvSpPr/>
            <p:nvPr/>
          </p:nvSpPr>
          <p:spPr>
            <a:xfrm>
              <a:off x="708527" y="3218650"/>
              <a:ext cx="27050" cy="47784"/>
            </a:xfrm>
            <a:custGeom>
              <a:avLst/>
              <a:gdLst/>
              <a:ahLst/>
              <a:cxnLst/>
              <a:rect l="l" t="t" r="r" b="b"/>
              <a:pathLst>
                <a:path w="912" h="1615" extrusionOk="0">
                  <a:moveTo>
                    <a:pt x="331" y="0"/>
                  </a:moveTo>
                  <a:cubicBezTo>
                    <a:pt x="298" y="0"/>
                    <a:pt x="263" y="7"/>
                    <a:pt x="228" y="21"/>
                  </a:cubicBezTo>
                  <a:cubicBezTo>
                    <a:pt x="98" y="53"/>
                    <a:pt x="1" y="216"/>
                    <a:pt x="66" y="346"/>
                  </a:cubicBezTo>
                  <a:lnTo>
                    <a:pt x="326" y="1419"/>
                  </a:lnTo>
                  <a:cubicBezTo>
                    <a:pt x="391" y="1549"/>
                    <a:pt x="489" y="1614"/>
                    <a:pt x="619" y="1614"/>
                  </a:cubicBezTo>
                  <a:lnTo>
                    <a:pt x="684" y="1614"/>
                  </a:lnTo>
                  <a:cubicBezTo>
                    <a:pt x="814" y="1582"/>
                    <a:pt x="911" y="1419"/>
                    <a:pt x="879" y="1289"/>
                  </a:cubicBezTo>
                  <a:lnTo>
                    <a:pt x="586" y="216"/>
                  </a:lnTo>
                  <a:cubicBezTo>
                    <a:pt x="561" y="88"/>
                    <a:pt x="455" y="0"/>
                    <a:pt x="3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422;p20">
              <a:extLst>
                <a:ext uri="{FF2B5EF4-FFF2-40B4-BE49-F238E27FC236}">
                  <a16:creationId xmlns:a16="http://schemas.microsoft.com/office/drawing/2014/main" id="{405B0A96-5363-330C-7875-9600B98AD689}"/>
                </a:ext>
              </a:extLst>
            </p:cNvPr>
            <p:cNvSpPr/>
            <p:nvPr/>
          </p:nvSpPr>
          <p:spPr>
            <a:xfrm>
              <a:off x="745187" y="3225811"/>
              <a:ext cx="22215" cy="31954"/>
            </a:xfrm>
            <a:custGeom>
              <a:avLst/>
              <a:gdLst/>
              <a:ahLst/>
              <a:cxnLst/>
              <a:rect l="l" t="t" r="r" b="b"/>
              <a:pathLst>
                <a:path w="749" h="1080" extrusionOk="0">
                  <a:moveTo>
                    <a:pt x="281" y="0"/>
                  </a:moveTo>
                  <a:cubicBezTo>
                    <a:pt x="263" y="0"/>
                    <a:pt x="245" y="2"/>
                    <a:pt x="228" y="6"/>
                  </a:cubicBezTo>
                  <a:cubicBezTo>
                    <a:pt x="66" y="39"/>
                    <a:pt x="0" y="201"/>
                    <a:pt x="33" y="364"/>
                  </a:cubicBezTo>
                  <a:lnTo>
                    <a:pt x="163" y="884"/>
                  </a:lnTo>
                  <a:cubicBezTo>
                    <a:pt x="196" y="1014"/>
                    <a:pt x="326" y="1080"/>
                    <a:pt x="456" y="1080"/>
                  </a:cubicBezTo>
                  <a:lnTo>
                    <a:pt x="521" y="1080"/>
                  </a:lnTo>
                  <a:cubicBezTo>
                    <a:pt x="651" y="1047"/>
                    <a:pt x="748" y="884"/>
                    <a:pt x="716" y="754"/>
                  </a:cubicBezTo>
                  <a:lnTo>
                    <a:pt x="553" y="201"/>
                  </a:lnTo>
                  <a:cubicBezTo>
                    <a:pt x="525" y="89"/>
                    <a:pt x="399" y="0"/>
                    <a:pt x="2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423;p20">
              <a:extLst>
                <a:ext uri="{FF2B5EF4-FFF2-40B4-BE49-F238E27FC236}">
                  <a16:creationId xmlns:a16="http://schemas.microsoft.com/office/drawing/2014/main" id="{3417A78C-EA51-A39D-277A-17344DFDEE01}"/>
                </a:ext>
              </a:extLst>
            </p:cNvPr>
            <p:cNvSpPr/>
            <p:nvPr/>
          </p:nvSpPr>
          <p:spPr>
            <a:xfrm>
              <a:off x="772207" y="3201756"/>
              <a:ext cx="27020" cy="48316"/>
            </a:xfrm>
            <a:custGeom>
              <a:avLst/>
              <a:gdLst/>
              <a:ahLst/>
              <a:cxnLst/>
              <a:rect l="l" t="t" r="r" b="b"/>
              <a:pathLst>
                <a:path w="911" h="1633" extrusionOk="0">
                  <a:moveTo>
                    <a:pt x="290" y="0"/>
                  </a:moveTo>
                  <a:cubicBezTo>
                    <a:pt x="270" y="0"/>
                    <a:pt x="249" y="2"/>
                    <a:pt x="228" y="6"/>
                  </a:cubicBezTo>
                  <a:cubicBezTo>
                    <a:pt x="98" y="39"/>
                    <a:pt x="0" y="201"/>
                    <a:pt x="33" y="332"/>
                  </a:cubicBezTo>
                  <a:lnTo>
                    <a:pt x="325" y="1405"/>
                  </a:lnTo>
                  <a:cubicBezTo>
                    <a:pt x="358" y="1535"/>
                    <a:pt x="455" y="1632"/>
                    <a:pt x="585" y="1632"/>
                  </a:cubicBezTo>
                  <a:cubicBezTo>
                    <a:pt x="618" y="1632"/>
                    <a:pt x="650" y="1632"/>
                    <a:pt x="650" y="1600"/>
                  </a:cubicBezTo>
                  <a:cubicBezTo>
                    <a:pt x="813" y="1567"/>
                    <a:pt x="911" y="1437"/>
                    <a:pt x="846" y="1275"/>
                  </a:cubicBezTo>
                  <a:lnTo>
                    <a:pt x="585" y="201"/>
                  </a:lnTo>
                  <a:cubicBezTo>
                    <a:pt x="529" y="89"/>
                    <a:pt x="423" y="0"/>
                    <a:pt x="2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424;p20">
              <a:extLst>
                <a:ext uri="{FF2B5EF4-FFF2-40B4-BE49-F238E27FC236}">
                  <a16:creationId xmlns:a16="http://schemas.microsoft.com/office/drawing/2014/main" id="{13FECD90-A5C0-7BBB-95E8-260B0D3C51C5}"/>
                </a:ext>
              </a:extLst>
            </p:cNvPr>
            <p:cNvSpPr/>
            <p:nvPr/>
          </p:nvSpPr>
          <p:spPr>
            <a:xfrm>
              <a:off x="1051901" y="3269807"/>
              <a:ext cx="145690" cy="177998"/>
            </a:xfrm>
            <a:custGeom>
              <a:avLst/>
              <a:gdLst/>
              <a:ahLst/>
              <a:cxnLst/>
              <a:rect l="l" t="t" r="r" b="b"/>
              <a:pathLst>
                <a:path w="4912" h="6016" extrusionOk="0">
                  <a:moveTo>
                    <a:pt x="1706" y="1"/>
                  </a:moveTo>
                  <a:cubicBezTo>
                    <a:pt x="1488" y="1"/>
                    <a:pt x="1292" y="152"/>
                    <a:pt x="1236" y="373"/>
                  </a:cubicBezTo>
                  <a:lnTo>
                    <a:pt x="66" y="4698"/>
                  </a:lnTo>
                  <a:cubicBezTo>
                    <a:pt x="1" y="4958"/>
                    <a:pt x="163" y="5218"/>
                    <a:pt x="423" y="5283"/>
                  </a:cubicBezTo>
                  <a:lnTo>
                    <a:pt x="3090" y="5999"/>
                  </a:lnTo>
                  <a:cubicBezTo>
                    <a:pt x="3135" y="6010"/>
                    <a:pt x="3179" y="6015"/>
                    <a:pt x="3223" y="6015"/>
                  </a:cubicBezTo>
                  <a:cubicBezTo>
                    <a:pt x="3434" y="6015"/>
                    <a:pt x="3622" y="5889"/>
                    <a:pt x="3675" y="5674"/>
                  </a:cubicBezTo>
                  <a:lnTo>
                    <a:pt x="4846" y="1316"/>
                  </a:lnTo>
                  <a:cubicBezTo>
                    <a:pt x="4911" y="1088"/>
                    <a:pt x="4749" y="828"/>
                    <a:pt x="4521" y="763"/>
                  </a:cubicBezTo>
                  <a:lnTo>
                    <a:pt x="1822" y="15"/>
                  </a:lnTo>
                  <a:cubicBezTo>
                    <a:pt x="1783" y="6"/>
                    <a:pt x="1744" y="1"/>
                    <a:pt x="170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425;p20">
              <a:extLst>
                <a:ext uri="{FF2B5EF4-FFF2-40B4-BE49-F238E27FC236}">
                  <a16:creationId xmlns:a16="http://schemas.microsoft.com/office/drawing/2014/main" id="{AECF91CB-8DD7-194C-FF24-0E3FB6B09E68}"/>
                </a:ext>
              </a:extLst>
            </p:cNvPr>
            <p:cNvSpPr/>
            <p:nvPr/>
          </p:nvSpPr>
          <p:spPr>
            <a:xfrm>
              <a:off x="1097251" y="3320994"/>
              <a:ext cx="54990" cy="76484"/>
            </a:xfrm>
            <a:custGeom>
              <a:avLst/>
              <a:gdLst/>
              <a:ahLst/>
              <a:cxnLst/>
              <a:rect l="l" t="t" r="r" b="b"/>
              <a:pathLst>
                <a:path w="1854" h="2585" extrusionOk="0">
                  <a:moveTo>
                    <a:pt x="797" y="1"/>
                  </a:moveTo>
                  <a:cubicBezTo>
                    <a:pt x="665" y="1"/>
                    <a:pt x="548" y="68"/>
                    <a:pt x="520" y="204"/>
                  </a:cubicBezTo>
                  <a:lnTo>
                    <a:pt x="293" y="1114"/>
                  </a:lnTo>
                  <a:lnTo>
                    <a:pt x="33" y="2025"/>
                  </a:lnTo>
                  <a:cubicBezTo>
                    <a:pt x="0" y="2155"/>
                    <a:pt x="98" y="2318"/>
                    <a:pt x="228" y="2350"/>
                  </a:cubicBezTo>
                  <a:lnTo>
                    <a:pt x="1008" y="2578"/>
                  </a:lnTo>
                  <a:cubicBezTo>
                    <a:pt x="1025" y="2582"/>
                    <a:pt x="1043" y="2584"/>
                    <a:pt x="1061" y="2584"/>
                  </a:cubicBezTo>
                  <a:cubicBezTo>
                    <a:pt x="1179" y="2584"/>
                    <a:pt x="1305" y="2496"/>
                    <a:pt x="1333" y="2383"/>
                  </a:cubicBezTo>
                  <a:cubicBezTo>
                    <a:pt x="1366" y="2220"/>
                    <a:pt x="1301" y="2090"/>
                    <a:pt x="1138" y="2025"/>
                  </a:cubicBezTo>
                  <a:lnTo>
                    <a:pt x="651" y="1895"/>
                  </a:lnTo>
                  <a:lnTo>
                    <a:pt x="748" y="1537"/>
                  </a:lnTo>
                  <a:lnTo>
                    <a:pt x="1203" y="1635"/>
                  </a:lnTo>
                  <a:cubicBezTo>
                    <a:pt x="1225" y="1640"/>
                    <a:pt x="1248" y="1643"/>
                    <a:pt x="1270" y="1643"/>
                  </a:cubicBezTo>
                  <a:cubicBezTo>
                    <a:pt x="1384" y="1643"/>
                    <a:pt x="1501" y="1575"/>
                    <a:pt x="1529" y="1440"/>
                  </a:cubicBezTo>
                  <a:cubicBezTo>
                    <a:pt x="1561" y="1310"/>
                    <a:pt x="1464" y="1147"/>
                    <a:pt x="1333" y="1114"/>
                  </a:cubicBezTo>
                  <a:lnTo>
                    <a:pt x="878" y="984"/>
                  </a:lnTo>
                  <a:lnTo>
                    <a:pt x="976" y="627"/>
                  </a:lnTo>
                  <a:lnTo>
                    <a:pt x="1496" y="757"/>
                  </a:lnTo>
                  <a:cubicBezTo>
                    <a:pt x="1513" y="761"/>
                    <a:pt x="1531" y="763"/>
                    <a:pt x="1549" y="763"/>
                  </a:cubicBezTo>
                  <a:cubicBezTo>
                    <a:pt x="1667" y="763"/>
                    <a:pt x="1793" y="675"/>
                    <a:pt x="1821" y="562"/>
                  </a:cubicBezTo>
                  <a:cubicBezTo>
                    <a:pt x="1854" y="399"/>
                    <a:pt x="1789" y="269"/>
                    <a:pt x="1626" y="204"/>
                  </a:cubicBezTo>
                  <a:lnTo>
                    <a:pt x="878" y="9"/>
                  </a:lnTo>
                  <a:cubicBezTo>
                    <a:pt x="851" y="3"/>
                    <a:pt x="824" y="1"/>
                    <a:pt x="7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426;p20">
              <a:extLst>
                <a:ext uri="{FF2B5EF4-FFF2-40B4-BE49-F238E27FC236}">
                  <a16:creationId xmlns:a16="http://schemas.microsoft.com/office/drawing/2014/main" id="{9D4FAA78-9605-B8A7-2E43-221855025ED1}"/>
                </a:ext>
              </a:extLst>
            </p:cNvPr>
            <p:cNvSpPr/>
            <p:nvPr/>
          </p:nvSpPr>
          <p:spPr>
            <a:xfrm>
              <a:off x="1113623" y="3201756"/>
              <a:ext cx="27050" cy="47961"/>
            </a:xfrm>
            <a:custGeom>
              <a:avLst/>
              <a:gdLst/>
              <a:ahLst/>
              <a:cxnLst/>
              <a:rect l="l" t="t" r="r" b="b"/>
              <a:pathLst>
                <a:path w="912" h="1621" extrusionOk="0">
                  <a:moveTo>
                    <a:pt x="599" y="0"/>
                  </a:moveTo>
                  <a:cubicBezTo>
                    <a:pt x="481" y="0"/>
                    <a:pt x="354" y="89"/>
                    <a:pt x="326" y="201"/>
                  </a:cubicBezTo>
                  <a:lnTo>
                    <a:pt x="34" y="1275"/>
                  </a:lnTo>
                  <a:cubicBezTo>
                    <a:pt x="1" y="1437"/>
                    <a:pt x="99" y="1567"/>
                    <a:pt x="229" y="1600"/>
                  </a:cubicBezTo>
                  <a:cubicBezTo>
                    <a:pt x="263" y="1614"/>
                    <a:pt x="297" y="1620"/>
                    <a:pt x="328" y="1620"/>
                  </a:cubicBezTo>
                  <a:cubicBezTo>
                    <a:pt x="442" y="1620"/>
                    <a:pt x="528" y="1533"/>
                    <a:pt x="554" y="1405"/>
                  </a:cubicBezTo>
                  <a:lnTo>
                    <a:pt x="847" y="332"/>
                  </a:lnTo>
                  <a:cubicBezTo>
                    <a:pt x="912" y="201"/>
                    <a:pt x="814" y="39"/>
                    <a:pt x="651" y="6"/>
                  </a:cubicBezTo>
                  <a:cubicBezTo>
                    <a:pt x="634" y="2"/>
                    <a:pt x="617" y="0"/>
                    <a:pt x="5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427;p20">
              <a:extLst>
                <a:ext uri="{FF2B5EF4-FFF2-40B4-BE49-F238E27FC236}">
                  <a16:creationId xmlns:a16="http://schemas.microsoft.com/office/drawing/2014/main" id="{987DDBE0-A0C8-B0FC-8CBE-01821BA37C4C}"/>
                </a:ext>
              </a:extLst>
            </p:cNvPr>
            <p:cNvSpPr/>
            <p:nvPr/>
          </p:nvSpPr>
          <p:spPr>
            <a:xfrm>
              <a:off x="1145478" y="3225811"/>
              <a:ext cx="22215" cy="32191"/>
            </a:xfrm>
            <a:custGeom>
              <a:avLst/>
              <a:gdLst/>
              <a:ahLst/>
              <a:cxnLst/>
              <a:rect l="l" t="t" r="r" b="b"/>
              <a:pathLst>
                <a:path w="749" h="1088" extrusionOk="0">
                  <a:moveTo>
                    <a:pt x="458" y="0"/>
                  </a:moveTo>
                  <a:cubicBezTo>
                    <a:pt x="325" y="0"/>
                    <a:pt x="219" y="89"/>
                    <a:pt x="163" y="201"/>
                  </a:cubicBezTo>
                  <a:lnTo>
                    <a:pt x="33" y="754"/>
                  </a:lnTo>
                  <a:cubicBezTo>
                    <a:pt x="0" y="884"/>
                    <a:pt x="65" y="1047"/>
                    <a:pt x="228" y="1080"/>
                  </a:cubicBezTo>
                  <a:cubicBezTo>
                    <a:pt x="249" y="1085"/>
                    <a:pt x="272" y="1088"/>
                    <a:pt x="295" y="1088"/>
                  </a:cubicBezTo>
                  <a:cubicBezTo>
                    <a:pt x="408" y="1088"/>
                    <a:pt x="526" y="1020"/>
                    <a:pt x="553" y="884"/>
                  </a:cubicBezTo>
                  <a:lnTo>
                    <a:pt x="716" y="364"/>
                  </a:lnTo>
                  <a:cubicBezTo>
                    <a:pt x="748" y="201"/>
                    <a:pt x="651" y="39"/>
                    <a:pt x="520" y="6"/>
                  </a:cubicBezTo>
                  <a:cubicBezTo>
                    <a:pt x="499" y="2"/>
                    <a:pt x="478" y="0"/>
                    <a:pt x="4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428;p20">
              <a:extLst>
                <a:ext uri="{FF2B5EF4-FFF2-40B4-BE49-F238E27FC236}">
                  <a16:creationId xmlns:a16="http://schemas.microsoft.com/office/drawing/2014/main" id="{1015487E-B558-2FE8-7837-4335E10ADF1A}"/>
                </a:ext>
              </a:extLst>
            </p:cNvPr>
            <p:cNvSpPr/>
            <p:nvPr/>
          </p:nvSpPr>
          <p:spPr>
            <a:xfrm>
              <a:off x="1176324" y="3218650"/>
              <a:ext cx="27050" cy="48021"/>
            </a:xfrm>
            <a:custGeom>
              <a:avLst/>
              <a:gdLst/>
              <a:ahLst/>
              <a:cxnLst/>
              <a:rect l="l" t="t" r="r" b="b"/>
              <a:pathLst>
                <a:path w="912" h="1623" extrusionOk="0">
                  <a:moveTo>
                    <a:pt x="585" y="0"/>
                  </a:moveTo>
                  <a:cubicBezTo>
                    <a:pt x="470" y="0"/>
                    <a:pt x="384" y="88"/>
                    <a:pt x="358" y="216"/>
                  </a:cubicBezTo>
                  <a:lnTo>
                    <a:pt x="66" y="1289"/>
                  </a:lnTo>
                  <a:cubicBezTo>
                    <a:pt x="1" y="1419"/>
                    <a:pt x="98" y="1582"/>
                    <a:pt x="261" y="1614"/>
                  </a:cubicBezTo>
                  <a:cubicBezTo>
                    <a:pt x="283" y="1620"/>
                    <a:pt x="305" y="1622"/>
                    <a:pt x="328" y="1622"/>
                  </a:cubicBezTo>
                  <a:cubicBezTo>
                    <a:pt x="442" y="1622"/>
                    <a:pt x="559" y="1555"/>
                    <a:pt x="586" y="1419"/>
                  </a:cubicBezTo>
                  <a:lnTo>
                    <a:pt x="879" y="346"/>
                  </a:lnTo>
                  <a:cubicBezTo>
                    <a:pt x="911" y="183"/>
                    <a:pt x="814" y="53"/>
                    <a:pt x="684" y="21"/>
                  </a:cubicBezTo>
                  <a:cubicBezTo>
                    <a:pt x="649" y="7"/>
                    <a:pt x="616" y="0"/>
                    <a:pt x="5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429;p20">
              <a:extLst>
                <a:ext uri="{FF2B5EF4-FFF2-40B4-BE49-F238E27FC236}">
                  <a16:creationId xmlns:a16="http://schemas.microsoft.com/office/drawing/2014/main" id="{BD19F8EF-13EE-C3B3-8CCC-FA604103A6A2}"/>
                </a:ext>
              </a:extLst>
            </p:cNvPr>
            <p:cNvSpPr/>
            <p:nvPr/>
          </p:nvSpPr>
          <p:spPr>
            <a:xfrm>
              <a:off x="1003673" y="3291228"/>
              <a:ext cx="22215" cy="31954"/>
            </a:xfrm>
            <a:custGeom>
              <a:avLst/>
              <a:gdLst/>
              <a:ahLst/>
              <a:cxnLst/>
              <a:rect l="l" t="t" r="r" b="b"/>
              <a:pathLst>
                <a:path w="749" h="1080" extrusionOk="0">
                  <a:moveTo>
                    <a:pt x="459" y="0"/>
                  </a:moveTo>
                  <a:cubicBezTo>
                    <a:pt x="325" y="0"/>
                    <a:pt x="220" y="89"/>
                    <a:pt x="163" y="202"/>
                  </a:cubicBezTo>
                  <a:lnTo>
                    <a:pt x="33" y="755"/>
                  </a:lnTo>
                  <a:cubicBezTo>
                    <a:pt x="1" y="885"/>
                    <a:pt x="66" y="1047"/>
                    <a:pt x="228" y="1080"/>
                  </a:cubicBezTo>
                  <a:lnTo>
                    <a:pt x="293" y="1080"/>
                  </a:lnTo>
                  <a:cubicBezTo>
                    <a:pt x="424" y="1080"/>
                    <a:pt x="521" y="1015"/>
                    <a:pt x="554" y="885"/>
                  </a:cubicBezTo>
                  <a:lnTo>
                    <a:pt x="716" y="332"/>
                  </a:lnTo>
                  <a:cubicBezTo>
                    <a:pt x="749" y="202"/>
                    <a:pt x="651" y="39"/>
                    <a:pt x="521" y="7"/>
                  </a:cubicBezTo>
                  <a:cubicBezTo>
                    <a:pt x="500" y="2"/>
                    <a:pt x="479" y="0"/>
                    <a:pt x="4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430;p20">
              <a:extLst>
                <a:ext uri="{FF2B5EF4-FFF2-40B4-BE49-F238E27FC236}">
                  <a16:creationId xmlns:a16="http://schemas.microsoft.com/office/drawing/2014/main" id="{A0827460-20DF-C416-76F0-26A15BE2B6A0}"/>
                </a:ext>
              </a:extLst>
            </p:cNvPr>
            <p:cNvSpPr/>
            <p:nvPr/>
          </p:nvSpPr>
          <p:spPr>
            <a:xfrm>
              <a:off x="1034550" y="3284068"/>
              <a:ext cx="27020" cy="47784"/>
            </a:xfrm>
            <a:custGeom>
              <a:avLst/>
              <a:gdLst/>
              <a:ahLst/>
              <a:cxnLst/>
              <a:rect l="l" t="t" r="r" b="b"/>
              <a:pathLst>
                <a:path w="911" h="1615" extrusionOk="0">
                  <a:moveTo>
                    <a:pt x="584" y="1"/>
                  </a:moveTo>
                  <a:cubicBezTo>
                    <a:pt x="470" y="1"/>
                    <a:pt x="384" y="88"/>
                    <a:pt x="358" y="216"/>
                  </a:cubicBezTo>
                  <a:lnTo>
                    <a:pt x="65" y="1289"/>
                  </a:lnTo>
                  <a:cubicBezTo>
                    <a:pt x="0" y="1419"/>
                    <a:pt x="98" y="1582"/>
                    <a:pt x="261" y="1615"/>
                  </a:cubicBezTo>
                  <a:lnTo>
                    <a:pt x="326" y="1615"/>
                  </a:lnTo>
                  <a:cubicBezTo>
                    <a:pt x="456" y="1615"/>
                    <a:pt x="553" y="1549"/>
                    <a:pt x="586" y="1419"/>
                  </a:cubicBezTo>
                  <a:lnTo>
                    <a:pt x="878" y="346"/>
                  </a:lnTo>
                  <a:cubicBezTo>
                    <a:pt x="911" y="184"/>
                    <a:pt x="813" y="54"/>
                    <a:pt x="683" y="21"/>
                  </a:cubicBezTo>
                  <a:cubicBezTo>
                    <a:pt x="649" y="7"/>
                    <a:pt x="615" y="1"/>
                    <a:pt x="5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431;p20">
              <a:extLst>
                <a:ext uri="{FF2B5EF4-FFF2-40B4-BE49-F238E27FC236}">
                  <a16:creationId xmlns:a16="http://schemas.microsoft.com/office/drawing/2014/main" id="{D5C55224-25FF-D321-9D0B-953FD0FF6D09}"/>
                </a:ext>
              </a:extLst>
            </p:cNvPr>
            <p:cNvSpPr/>
            <p:nvPr/>
          </p:nvSpPr>
          <p:spPr>
            <a:xfrm>
              <a:off x="887940" y="3291228"/>
              <a:ext cx="22215" cy="31954"/>
            </a:xfrm>
            <a:custGeom>
              <a:avLst/>
              <a:gdLst/>
              <a:ahLst/>
              <a:cxnLst/>
              <a:rect l="l" t="t" r="r" b="b"/>
              <a:pathLst>
                <a:path w="749" h="1080" extrusionOk="0">
                  <a:moveTo>
                    <a:pt x="281" y="0"/>
                  </a:moveTo>
                  <a:cubicBezTo>
                    <a:pt x="263" y="0"/>
                    <a:pt x="245" y="2"/>
                    <a:pt x="228" y="7"/>
                  </a:cubicBezTo>
                  <a:cubicBezTo>
                    <a:pt x="65" y="39"/>
                    <a:pt x="0" y="202"/>
                    <a:pt x="33" y="332"/>
                  </a:cubicBezTo>
                  <a:lnTo>
                    <a:pt x="163" y="885"/>
                  </a:lnTo>
                  <a:cubicBezTo>
                    <a:pt x="196" y="1015"/>
                    <a:pt x="326" y="1080"/>
                    <a:pt x="456" y="1080"/>
                  </a:cubicBezTo>
                  <a:lnTo>
                    <a:pt x="521" y="1080"/>
                  </a:lnTo>
                  <a:cubicBezTo>
                    <a:pt x="651" y="1047"/>
                    <a:pt x="748" y="885"/>
                    <a:pt x="716" y="755"/>
                  </a:cubicBezTo>
                  <a:lnTo>
                    <a:pt x="553" y="202"/>
                  </a:lnTo>
                  <a:cubicBezTo>
                    <a:pt x="525" y="89"/>
                    <a:pt x="399" y="0"/>
                    <a:pt x="2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432;p20">
              <a:extLst>
                <a:ext uri="{FF2B5EF4-FFF2-40B4-BE49-F238E27FC236}">
                  <a16:creationId xmlns:a16="http://schemas.microsoft.com/office/drawing/2014/main" id="{415C6028-6166-8DAE-59CB-E4E0694327D4}"/>
                </a:ext>
              </a:extLst>
            </p:cNvPr>
            <p:cNvSpPr/>
            <p:nvPr/>
          </p:nvSpPr>
          <p:spPr>
            <a:xfrm>
              <a:off x="851280" y="3284068"/>
              <a:ext cx="27050" cy="47784"/>
            </a:xfrm>
            <a:custGeom>
              <a:avLst/>
              <a:gdLst/>
              <a:ahLst/>
              <a:cxnLst/>
              <a:rect l="l" t="t" r="r" b="b"/>
              <a:pathLst>
                <a:path w="912" h="1615" extrusionOk="0">
                  <a:moveTo>
                    <a:pt x="347" y="1"/>
                  </a:moveTo>
                  <a:cubicBezTo>
                    <a:pt x="318" y="1"/>
                    <a:pt x="289" y="7"/>
                    <a:pt x="261" y="21"/>
                  </a:cubicBezTo>
                  <a:cubicBezTo>
                    <a:pt x="98" y="54"/>
                    <a:pt x="1" y="184"/>
                    <a:pt x="66" y="346"/>
                  </a:cubicBezTo>
                  <a:lnTo>
                    <a:pt x="358" y="1419"/>
                  </a:lnTo>
                  <a:cubicBezTo>
                    <a:pt x="391" y="1549"/>
                    <a:pt x="488" y="1615"/>
                    <a:pt x="619" y="1615"/>
                  </a:cubicBezTo>
                  <a:lnTo>
                    <a:pt x="684" y="1615"/>
                  </a:lnTo>
                  <a:cubicBezTo>
                    <a:pt x="814" y="1582"/>
                    <a:pt x="911" y="1419"/>
                    <a:pt x="879" y="1289"/>
                  </a:cubicBezTo>
                  <a:lnTo>
                    <a:pt x="586" y="216"/>
                  </a:lnTo>
                  <a:cubicBezTo>
                    <a:pt x="560" y="88"/>
                    <a:pt x="454" y="1"/>
                    <a:pt x="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433;p20">
              <a:extLst>
                <a:ext uri="{FF2B5EF4-FFF2-40B4-BE49-F238E27FC236}">
                  <a16:creationId xmlns:a16="http://schemas.microsoft.com/office/drawing/2014/main" id="{4F0B85F4-4A3F-B7AB-B861-90E521B92F17}"/>
                </a:ext>
              </a:extLst>
            </p:cNvPr>
            <p:cNvSpPr/>
            <p:nvPr/>
          </p:nvSpPr>
          <p:spPr>
            <a:xfrm>
              <a:off x="935189" y="3349693"/>
              <a:ext cx="145690" cy="177969"/>
            </a:xfrm>
            <a:custGeom>
              <a:avLst/>
              <a:gdLst/>
              <a:ahLst/>
              <a:cxnLst/>
              <a:rect l="l" t="t" r="r" b="b"/>
              <a:pathLst>
                <a:path w="4912" h="6015" extrusionOk="0">
                  <a:moveTo>
                    <a:pt x="1706" y="0"/>
                  </a:moveTo>
                  <a:cubicBezTo>
                    <a:pt x="1489" y="0"/>
                    <a:pt x="1292" y="151"/>
                    <a:pt x="1237" y="372"/>
                  </a:cubicBezTo>
                  <a:lnTo>
                    <a:pt x="66" y="4697"/>
                  </a:lnTo>
                  <a:cubicBezTo>
                    <a:pt x="1" y="4957"/>
                    <a:pt x="163" y="5218"/>
                    <a:pt x="424" y="5283"/>
                  </a:cubicBezTo>
                  <a:lnTo>
                    <a:pt x="3090" y="5998"/>
                  </a:lnTo>
                  <a:cubicBezTo>
                    <a:pt x="3135" y="6009"/>
                    <a:pt x="3179" y="6015"/>
                    <a:pt x="3223" y="6015"/>
                  </a:cubicBezTo>
                  <a:cubicBezTo>
                    <a:pt x="3434" y="6015"/>
                    <a:pt x="3622" y="5888"/>
                    <a:pt x="3676" y="5673"/>
                  </a:cubicBezTo>
                  <a:lnTo>
                    <a:pt x="4846" y="1315"/>
                  </a:lnTo>
                  <a:cubicBezTo>
                    <a:pt x="4911" y="1088"/>
                    <a:pt x="4749" y="827"/>
                    <a:pt x="4489" y="730"/>
                  </a:cubicBezTo>
                  <a:lnTo>
                    <a:pt x="1822" y="14"/>
                  </a:lnTo>
                  <a:cubicBezTo>
                    <a:pt x="1783" y="5"/>
                    <a:pt x="1744" y="0"/>
                    <a:pt x="17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434;p20">
              <a:extLst>
                <a:ext uri="{FF2B5EF4-FFF2-40B4-BE49-F238E27FC236}">
                  <a16:creationId xmlns:a16="http://schemas.microsoft.com/office/drawing/2014/main" id="{875FED59-414F-15CF-D646-3BB9DC949A8A}"/>
                </a:ext>
              </a:extLst>
            </p:cNvPr>
            <p:cNvSpPr/>
            <p:nvPr/>
          </p:nvSpPr>
          <p:spPr>
            <a:xfrm>
              <a:off x="991127" y="3399548"/>
              <a:ext cx="48257" cy="74886"/>
            </a:xfrm>
            <a:custGeom>
              <a:avLst/>
              <a:gdLst/>
              <a:ahLst/>
              <a:cxnLst/>
              <a:rect l="l" t="t" r="r" b="b"/>
              <a:pathLst>
                <a:path w="1627" h="2531" extrusionOk="0">
                  <a:moveTo>
                    <a:pt x="292" y="0"/>
                  </a:moveTo>
                  <a:cubicBezTo>
                    <a:pt x="176" y="0"/>
                    <a:pt x="85" y="88"/>
                    <a:pt x="34" y="216"/>
                  </a:cubicBezTo>
                  <a:cubicBezTo>
                    <a:pt x="1" y="346"/>
                    <a:pt x="99" y="508"/>
                    <a:pt x="229" y="541"/>
                  </a:cubicBezTo>
                  <a:lnTo>
                    <a:pt x="489" y="606"/>
                  </a:lnTo>
                  <a:lnTo>
                    <a:pt x="66" y="2167"/>
                  </a:lnTo>
                  <a:cubicBezTo>
                    <a:pt x="1" y="2329"/>
                    <a:pt x="99" y="2459"/>
                    <a:pt x="261" y="2524"/>
                  </a:cubicBezTo>
                  <a:cubicBezTo>
                    <a:pt x="278" y="2529"/>
                    <a:pt x="296" y="2531"/>
                    <a:pt x="314" y="2531"/>
                  </a:cubicBezTo>
                  <a:cubicBezTo>
                    <a:pt x="432" y="2531"/>
                    <a:pt x="558" y="2442"/>
                    <a:pt x="586" y="2329"/>
                  </a:cubicBezTo>
                  <a:lnTo>
                    <a:pt x="1009" y="736"/>
                  </a:lnTo>
                  <a:lnTo>
                    <a:pt x="1237" y="801"/>
                  </a:lnTo>
                  <a:cubicBezTo>
                    <a:pt x="1264" y="806"/>
                    <a:pt x="1291" y="809"/>
                    <a:pt x="1317" y="809"/>
                  </a:cubicBezTo>
                  <a:cubicBezTo>
                    <a:pt x="1450" y="809"/>
                    <a:pt x="1567" y="741"/>
                    <a:pt x="1594" y="606"/>
                  </a:cubicBezTo>
                  <a:cubicBezTo>
                    <a:pt x="1627" y="476"/>
                    <a:pt x="1529" y="313"/>
                    <a:pt x="1399" y="281"/>
                  </a:cubicBezTo>
                  <a:lnTo>
                    <a:pt x="391" y="20"/>
                  </a:lnTo>
                  <a:cubicBezTo>
                    <a:pt x="356" y="7"/>
                    <a:pt x="323" y="0"/>
                    <a:pt x="29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435;p20">
              <a:extLst>
                <a:ext uri="{FF2B5EF4-FFF2-40B4-BE49-F238E27FC236}">
                  <a16:creationId xmlns:a16="http://schemas.microsoft.com/office/drawing/2014/main" id="{27815FE9-C38B-2D25-1602-F0EEBBE0A0FF}"/>
                </a:ext>
              </a:extLst>
            </p:cNvPr>
            <p:cNvSpPr/>
            <p:nvPr/>
          </p:nvSpPr>
          <p:spPr>
            <a:xfrm>
              <a:off x="832001" y="3349693"/>
              <a:ext cx="144711" cy="177969"/>
            </a:xfrm>
            <a:custGeom>
              <a:avLst/>
              <a:gdLst/>
              <a:ahLst/>
              <a:cxnLst/>
              <a:rect l="l" t="t" r="r" b="b"/>
              <a:pathLst>
                <a:path w="4879" h="6015" extrusionOk="0">
                  <a:moveTo>
                    <a:pt x="3205" y="0"/>
                  </a:moveTo>
                  <a:cubicBezTo>
                    <a:pt x="3167" y="0"/>
                    <a:pt x="3128" y="5"/>
                    <a:pt x="3090" y="14"/>
                  </a:cubicBezTo>
                  <a:lnTo>
                    <a:pt x="390" y="730"/>
                  </a:lnTo>
                  <a:cubicBezTo>
                    <a:pt x="130" y="795"/>
                    <a:pt x="0" y="1088"/>
                    <a:pt x="65" y="1315"/>
                  </a:cubicBezTo>
                  <a:lnTo>
                    <a:pt x="1236" y="5673"/>
                  </a:lnTo>
                  <a:cubicBezTo>
                    <a:pt x="1290" y="5888"/>
                    <a:pt x="1478" y="6015"/>
                    <a:pt x="1670" y="6015"/>
                  </a:cubicBezTo>
                  <a:cubicBezTo>
                    <a:pt x="1710" y="6015"/>
                    <a:pt x="1750" y="6009"/>
                    <a:pt x="1789" y="5998"/>
                  </a:cubicBezTo>
                  <a:lnTo>
                    <a:pt x="4488" y="5283"/>
                  </a:lnTo>
                  <a:cubicBezTo>
                    <a:pt x="4748" y="5218"/>
                    <a:pt x="4878" y="4957"/>
                    <a:pt x="4813" y="4697"/>
                  </a:cubicBezTo>
                  <a:lnTo>
                    <a:pt x="3675" y="372"/>
                  </a:lnTo>
                  <a:cubicBezTo>
                    <a:pt x="3620" y="151"/>
                    <a:pt x="3423" y="0"/>
                    <a:pt x="3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436;p20">
              <a:extLst>
                <a:ext uri="{FF2B5EF4-FFF2-40B4-BE49-F238E27FC236}">
                  <a16:creationId xmlns:a16="http://schemas.microsoft.com/office/drawing/2014/main" id="{25D6211F-EFE3-0A08-71F6-C8E0004F7E7B}"/>
                </a:ext>
              </a:extLst>
            </p:cNvPr>
            <p:cNvSpPr/>
            <p:nvPr/>
          </p:nvSpPr>
          <p:spPr>
            <a:xfrm>
              <a:off x="865754" y="3403868"/>
              <a:ext cx="77205" cy="69619"/>
            </a:xfrm>
            <a:custGeom>
              <a:avLst/>
              <a:gdLst/>
              <a:ahLst/>
              <a:cxnLst/>
              <a:rect l="l" t="t" r="r" b="b"/>
              <a:pathLst>
                <a:path w="2603" h="2353" extrusionOk="0">
                  <a:moveTo>
                    <a:pt x="1311" y="565"/>
                  </a:moveTo>
                  <a:cubicBezTo>
                    <a:pt x="1581" y="565"/>
                    <a:pt x="1839" y="744"/>
                    <a:pt x="1919" y="1013"/>
                  </a:cubicBezTo>
                  <a:cubicBezTo>
                    <a:pt x="1984" y="1370"/>
                    <a:pt x="1789" y="1696"/>
                    <a:pt x="1464" y="1793"/>
                  </a:cubicBezTo>
                  <a:cubicBezTo>
                    <a:pt x="1412" y="1809"/>
                    <a:pt x="1360" y="1816"/>
                    <a:pt x="1308" y="1816"/>
                  </a:cubicBezTo>
                  <a:cubicBezTo>
                    <a:pt x="1032" y="1816"/>
                    <a:pt x="765" y="1611"/>
                    <a:pt x="683" y="1338"/>
                  </a:cubicBezTo>
                  <a:cubicBezTo>
                    <a:pt x="618" y="1013"/>
                    <a:pt x="813" y="655"/>
                    <a:pt x="1139" y="590"/>
                  </a:cubicBezTo>
                  <a:cubicBezTo>
                    <a:pt x="1196" y="573"/>
                    <a:pt x="1254" y="565"/>
                    <a:pt x="1311" y="565"/>
                  </a:cubicBezTo>
                  <a:close/>
                  <a:moveTo>
                    <a:pt x="1294" y="0"/>
                  </a:moveTo>
                  <a:cubicBezTo>
                    <a:pt x="1200" y="0"/>
                    <a:pt x="1104" y="12"/>
                    <a:pt x="1009" y="37"/>
                  </a:cubicBezTo>
                  <a:cubicBezTo>
                    <a:pt x="358" y="232"/>
                    <a:pt x="0" y="850"/>
                    <a:pt x="163" y="1500"/>
                  </a:cubicBezTo>
                  <a:cubicBezTo>
                    <a:pt x="299" y="2018"/>
                    <a:pt x="777" y="2353"/>
                    <a:pt x="1292" y="2353"/>
                  </a:cubicBezTo>
                  <a:cubicBezTo>
                    <a:pt x="1392" y="2353"/>
                    <a:pt x="1493" y="2340"/>
                    <a:pt x="1594" y="2313"/>
                  </a:cubicBezTo>
                  <a:cubicBezTo>
                    <a:pt x="2244" y="2151"/>
                    <a:pt x="2602" y="1500"/>
                    <a:pt x="2439" y="883"/>
                  </a:cubicBezTo>
                  <a:cubicBezTo>
                    <a:pt x="2302" y="360"/>
                    <a:pt x="1815" y="0"/>
                    <a:pt x="12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437;p20">
              <a:extLst>
                <a:ext uri="{FF2B5EF4-FFF2-40B4-BE49-F238E27FC236}">
                  <a16:creationId xmlns:a16="http://schemas.microsoft.com/office/drawing/2014/main" id="{C036C970-BFF4-FE5A-256D-D68CBDC13FD6}"/>
                </a:ext>
              </a:extLst>
            </p:cNvPr>
            <p:cNvSpPr/>
            <p:nvPr/>
          </p:nvSpPr>
          <p:spPr>
            <a:xfrm>
              <a:off x="774125" y="3534975"/>
              <a:ext cx="364610" cy="215428"/>
            </a:xfrm>
            <a:custGeom>
              <a:avLst/>
              <a:gdLst/>
              <a:ahLst/>
              <a:cxnLst/>
              <a:rect l="l" t="t" r="r" b="b"/>
              <a:pathLst>
                <a:path w="12293" h="7058" extrusionOk="0">
                  <a:moveTo>
                    <a:pt x="0" y="1"/>
                  </a:moveTo>
                  <a:lnTo>
                    <a:pt x="0" y="6635"/>
                  </a:lnTo>
                  <a:cubicBezTo>
                    <a:pt x="0" y="6862"/>
                    <a:pt x="195" y="7058"/>
                    <a:pt x="423" y="7058"/>
                  </a:cubicBezTo>
                  <a:lnTo>
                    <a:pt x="11740" y="7058"/>
                  </a:lnTo>
                  <a:cubicBezTo>
                    <a:pt x="12032" y="7058"/>
                    <a:pt x="12293" y="6830"/>
                    <a:pt x="12293" y="6505"/>
                  </a:cubicBezTo>
                  <a:lnTo>
                    <a:pt x="1229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438;p20">
              <a:extLst>
                <a:ext uri="{FF2B5EF4-FFF2-40B4-BE49-F238E27FC236}">
                  <a16:creationId xmlns:a16="http://schemas.microsoft.com/office/drawing/2014/main" id="{202EC071-40D8-85BA-3439-2C58FE56A16A}"/>
                </a:ext>
              </a:extLst>
            </p:cNvPr>
            <p:cNvSpPr/>
            <p:nvPr/>
          </p:nvSpPr>
          <p:spPr>
            <a:xfrm>
              <a:off x="774135" y="3541568"/>
              <a:ext cx="364610" cy="43346"/>
            </a:xfrm>
            <a:custGeom>
              <a:avLst/>
              <a:gdLst/>
              <a:ahLst/>
              <a:cxnLst/>
              <a:rect l="l" t="t" r="r" b="b"/>
              <a:pathLst>
                <a:path w="12293" h="1465" extrusionOk="0">
                  <a:moveTo>
                    <a:pt x="0" y="1"/>
                  </a:moveTo>
                  <a:lnTo>
                    <a:pt x="0" y="358"/>
                  </a:lnTo>
                  <a:lnTo>
                    <a:pt x="12293" y="1464"/>
                  </a:lnTo>
                  <a:lnTo>
                    <a:pt x="12293" y="1"/>
                  </a:lnTo>
                  <a:close/>
                </a:path>
              </a:pathLst>
            </a:custGeom>
            <a:solidFill>
              <a:srgbClr val="000000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439;p20">
              <a:extLst>
                <a:ext uri="{FF2B5EF4-FFF2-40B4-BE49-F238E27FC236}">
                  <a16:creationId xmlns:a16="http://schemas.microsoft.com/office/drawing/2014/main" id="{9F2EE861-CE1D-8572-F576-6DE412EE1437}"/>
                </a:ext>
              </a:extLst>
            </p:cNvPr>
            <p:cNvSpPr/>
            <p:nvPr/>
          </p:nvSpPr>
          <p:spPr>
            <a:xfrm>
              <a:off x="757733" y="3492512"/>
              <a:ext cx="397414" cy="49086"/>
            </a:xfrm>
            <a:custGeom>
              <a:avLst/>
              <a:gdLst/>
              <a:ahLst/>
              <a:cxnLst/>
              <a:rect l="l" t="t" r="r" b="b"/>
              <a:pathLst>
                <a:path w="13399" h="1659" extrusionOk="0">
                  <a:moveTo>
                    <a:pt x="358" y="0"/>
                  </a:moveTo>
                  <a:cubicBezTo>
                    <a:pt x="163" y="0"/>
                    <a:pt x="0" y="163"/>
                    <a:pt x="0" y="391"/>
                  </a:cubicBezTo>
                  <a:lnTo>
                    <a:pt x="0" y="1301"/>
                  </a:lnTo>
                  <a:cubicBezTo>
                    <a:pt x="0" y="1496"/>
                    <a:pt x="163" y="1659"/>
                    <a:pt x="358" y="1659"/>
                  </a:cubicBezTo>
                  <a:lnTo>
                    <a:pt x="13008" y="1659"/>
                  </a:lnTo>
                  <a:cubicBezTo>
                    <a:pt x="13236" y="1659"/>
                    <a:pt x="13398" y="1496"/>
                    <a:pt x="13398" y="1301"/>
                  </a:cubicBezTo>
                  <a:lnTo>
                    <a:pt x="13398" y="391"/>
                  </a:lnTo>
                  <a:cubicBezTo>
                    <a:pt x="13398" y="163"/>
                    <a:pt x="13236" y="0"/>
                    <a:pt x="1300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440;p20">
              <a:extLst>
                <a:ext uri="{FF2B5EF4-FFF2-40B4-BE49-F238E27FC236}">
                  <a16:creationId xmlns:a16="http://schemas.microsoft.com/office/drawing/2014/main" id="{CDB405B4-0CE5-13A1-2C31-CDB8CF139B67}"/>
                </a:ext>
              </a:extLst>
            </p:cNvPr>
            <p:cNvSpPr/>
            <p:nvPr/>
          </p:nvSpPr>
          <p:spPr>
            <a:xfrm>
              <a:off x="904342" y="3598820"/>
              <a:ext cx="104196" cy="95065"/>
            </a:xfrm>
            <a:custGeom>
              <a:avLst/>
              <a:gdLst/>
              <a:ahLst/>
              <a:cxnLst/>
              <a:rect l="l" t="t" r="r" b="b"/>
              <a:pathLst>
                <a:path w="3513" h="3213" extrusionOk="0">
                  <a:moveTo>
                    <a:pt x="1756" y="1"/>
                  </a:moveTo>
                  <a:cubicBezTo>
                    <a:pt x="1651" y="1"/>
                    <a:pt x="1545" y="49"/>
                    <a:pt x="1496" y="147"/>
                  </a:cubicBezTo>
                  <a:lnTo>
                    <a:pt x="1203" y="732"/>
                  </a:lnTo>
                  <a:cubicBezTo>
                    <a:pt x="1171" y="830"/>
                    <a:pt x="1073" y="895"/>
                    <a:pt x="976" y="895"/>
                  </a:cubicBezTo>
                  <a:lnTo>
                    <a:pt x="358" y="993"/>
                  </a:lnTo>
                  <a:cubicBezTo>
                    <a:pt x="98" y="1025"/>
                    <a:pt x="0" y="1318"/>
                    <a:pt x="163" y="1513"/>
                  </a:cubicBezTo>
                  <a:lnTo>
                    <a:pt x="651" y="1968"/>
                  </a:lnTo>
                  <a:cubicBezTo>
                    <a:pt x="716" y="2033"/>
                    <a:pt x="748" y="2131"/>
                    <a:pt x="716" y="2228"/>
                  </a:cubicBezTo>
                  <a:lnTo>
                    <a:pt x="618" y="2846"/>
                  </a:lnTo>
                  <a:cubicBezTo>
                    <a:pt x="592" y="3054"/>
                    <a:pt x="733" y="3200"/>
                    <a:pt x="906" y="3200"/>
                  </a:cubicBezTo>
                  <a:cubicBezTo>
                    <a:pt x="950" y="3200"/>
                    <a:pt x="995" y="3191"/>
                    <a:pt x="1041" y="3171"/>
                  </a:cubicBezTo>
                  <a:lnTo>
                    <a:pt x="1626" y="2879"/>
                  </a:lnTo>
                  <a:cubicBezTo>
                    <a:pt x="1659" y="2846"/>
                    <a:pt x="1708" y="2830"/>
                    <a:pt x="1756" y="2830"/>
                  </a:cubicBezTo>
                  <a:cubicBezTo>
                    <a:pt x="1805" y="2830"/>
                    <a:pt x="1854" y="2846"/>
                    <a:pt x="1886" y="2879"/>
                  </a:cubicBezTo>
                  <a:lnTo>
                    <a:pt x="2472" y="3171"/>
                  </a:lnTo>
                  <a:cubicBezTo>
                    <a:pt x="2522" y="3200"/>
                    <a:pt x="2572" y="3213"/>
                    <a:pt x="2619" y="3213"/>
                  </a:cubicBezTo>
                  <a:cubicBezTo>
                    <a:pt x="2787" y="3213"/>
                    <a:pt x="2920" y="3049"/>
                    <a:pt x="2894" y="2846"/>
                  </a:cubicBezTo>
                  <a:lnTo>
                    <a:pt x="2797" y="2228"/>
                  </a:lnTo>
                  <a:cubicBezTo>
                    <a:pt x="2764" y="2131"/>
                    <a:pt x="2797" y="2033"/>
                    <a:pt x="2862" y="1968"/>
                  </a:cubicBezTo>
                  <a:lnTo>
                    <a:pt x="3350" y="1513"/>
                  </a:lnTo>
                  <a:cubicBezTo>
                    <a:pt x="3512" y="1318"/>
                    <a:pt x="3415" y="1025"/>
                    <a:pt x="3187" y="993"/>
                  </a:cubicBezTo>
                  <a:lnTo>
                    <a:pt x="2537" y="895"/>
                  </a:lnTo>
                  <a:cubicBezTo>
                    <a:pt x="2439" y="895"/>
                    <a:pt x="2342" y="830"/>
                    <a:pt x="2309" y="732"/>
                  </a:cubicBezTo>
                  <a:lnTo>
                    <a:pt x="2016" y="147"/>
                  </a:lnTo>
                  <a:cubicBezTo>
                    <a:pt x="1968" y="49"/>
                    <a:pt x="1862" y="1"/>
                    <a:pt x="1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441;p20">
              <a:extLst>
                <a:ext uri="{FF2B5EF4-FFF2-40B4-BE49-F238E27FC236}">
                  <a16:creationId xmlns:a16="http://schemas.microsoft.com/office/drawing/2014/main" id="{B33A6138-2325-17BC-8020-2AA1BAB4C0E7}"/>
                </a:ext>
              </a:extLst>
            </p:cNvPr>
            <p:cNvSpPr/>
            <p:nvPr/>
          </p:nvSpPr>
          <p:spPr>
            <a:xfrm>
              <a:off x="942930" y="3598820"/>
              <a:ext cx="65608" cy="95094"/>
            </a:xfrm>
            <a:custGeom>
              <a:avLst/>
              <a:gdLst/>
              <a:ahLst/>
              <a:cxnLst/>
              <a:rect l="l" t="t" r="r" b="b"/>
              <a:pathLst>
                <a:path w="2212" h="3214" extrusionOk="0">
                  <a:moveTo>
                    <a:pt x="439" y="1"/>
                  </a:moveTo>
                  <a:cubicBezTo>
                    <a:pt x="333" y="1"/>
                    <a:pt x="228" y="49"/>
                    <a:pt x="163" y="147"/>
                  </a:cubicBezTo>
                  <a:lnTo>
                    <a:pt x="0" y="537"/>
                  </a:lnTo>
                  <a:lnTo>
                    <a:pt x="260" y="1123"/>
                  </a:lnTo>
                  <a:cubicBezTo>
                    <a:pt x="293" y="1188"/>
                    <a:pt x="390" y="1253"/>
                    <a:pt x="488" y="1285"/>
                  </a:cubicBezTo>
                  <a:cubicBezTo>
                    <a:pt x="1008" y="1350"/>
                    <a:pt x="1203" y="1968"/>
                    <a:pt x="813" y="2326"/>
                  </a:cubicBezTo>
                  <a:cubicBezTo>
                    <a:pt x="748" y="2391"/>
                    <a:pt x="715" y="2488"/>
                    <a:pt x="748" y="2586"/>
                  </a:cubicBezTo>
                  <a:lnTo>
                    <a:pt x="813" y="3009"/>
                  </a:lnTo>
                  <a:lnTo>
                    <a:pt x="1138" y="3171"/>
                  </a:lnTo>
                  <a:cubicBezTo>
                    <a:pt x="1189" y="3200"/>
                    <a:pt x="1241" y="3213"/>
                    <a:pt x="1291" y="3213"/>
                  </a:cubicBezTo>
                  <a:cubicBezTo>
                    <a:pt x="1467" y="3213"/>
                    <a:pt x="1619" y="3056"/>
                    <a:pt x="1593" y="2879"/>
                  </a:cubicBezTo>
                  <a:lnTo>
                    <a:pt x="1463" y="2228"/>
                  </a:lnTo>
                  <a:cubicBezTo>
                    <a:pt x="1463" y="2131"/>
                    <a:pt x="1496" y="2033"/>
                    <a:pt x="1561" y="1968"/>
                  </a:cubicBezTo>
                  <a:lnTo>
                    <a:pt x="2049" y="1513"/>
                  </a:lnTo>
                  <a:cubicBezTo>
                    <a:pt x="2211" y="1318"/>
                    <a:pt x="2114" y="1025"/>
                    <a:pt x="1854" y="993"/>
                  </a:cubicBezTo>
                  <a:lnTo>
                    <a:pt x="1236" y="895"/>
                  </a:lnTo>
                  <a:cubicBezTo>
                    <a:pt x="1138" y="895"/>
                    <a:pt x="1041" y="830"/>
                    <a:pt x="1008" y="732"/>
                  </a:cubicBezTo>
                  <a:lnTo>
                    <a:pt x="715" y="147"/>
                  </a:lnTo>
                  <a:cubicBezTo>
                    <a:pt x="650" y="49"/>
                    <a:pt x="545" y="1"/>
                    <a:pt x="439" y="1"/>
                  </a:cubicBezTo>
                  <a:close/>
                </a:path>
              </a:pathLst>
            </a:custGeom>
            <a:solidFill>
              <a:srgbClr val="000000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137;p18">
            <a:extLst>
              <a:ext uri="{FF2B5EF4-FFF2-40B4-BE49-F238E27FC236}">
                <a16:creationId xmlns:a16="http://schemas.microsoft.com/office/drawing/2014/main" id="{FA382CC8-BB3B-650E-579B-E45DA9FD48CD}"/>
              </a:ext>
            </a:extLst>
          </p:cNvPr>
          <p:cNvGrpSpPr/>
          <p:nvPr/>
        </p:nvGrpSpPr>
        <p:grpSpPr>
          <a:xfrm>
            <a:off x="7967219" y="4115381"/>
            <a:ext cx="441661" cy="576093"/>
            <a:chOff x="-1144400" y="3312675"/>
            <a:chExt cx="441661" cy="576093"/>
          </a:xfrm>
        </p:grpSpPr>
        <p:sp>
          <p:nvSpPr>
            <p:cNvPr id="27" name="Google Shape;138;p18">
              <a:extLst>
                <a:ext uri="{FF2B5EF4-FFF2-40B4-BE49-F238E27FC236}">
                  <a16:creationId xmlns:a16="http://schemas.microsoft.com/office/drawing/2014/main" id="{46900DAD-B748-F8F8-0A92-C75582D05232}"/>
                </a:ext>
              </a:extLst>
            </p:cNvPr>
            <p:cNvSpPr/>
            <p:nvPr/>
          </p:nvSpPr>
          <p:spPr>
            <a:xfrm>
              <a:off x="-1144400" y="3312675"/>
              <a:ext cx="441659" cy="576093"/>
            </a:xfrm>
            <a:custGeom>
              <a:avLst/>
              <a:gdLst/>
              <a:ahLst/>
              <a:cxnLst/>
              <a:rect l="l" t="t" r="r" b="b"/>
              <a:pathLst>
                <a:path w="16585" h="21496" extrusionOk="0">
                  <a:moveTo>
                    <a:pt x="8293" y="5431"/>
                  </a:moveTo>
                  <a:cubicBezTo>
                    <a:pt x="9853" y="5431"/>
                    <a:pt x="11154" y="6699"/>
                    <a:pt x="11154" y="8293"/>
                  </a:cubicBezTo>
                  <a:cubicBezTo>
                    <a:pt x="11154" y="9886"/>
                    <a:pt x="9853" y="11154"/>
                    <a:pt x="8293" y="11154"/>
                  </a:cubicBezTo>
                  <a:cubicBezTo>
                    <a:pt x="6699" y="11154"/>
                    <a:pt x="5431" y="9886"/>
                    <a:pt x="5431" y="8293"/>
                  </a:cubicBezTo>
                  <a:cubicBezTo>
                    <a:pt x="5431" y="6699"/>
                    <a:pt x="6699" y="5431"/>
                    <a:pt x="8293" y="5431"/>
                  </a:cubicBezTo>
                  <a:close/>
                  <a:moveTo>
                    <a:pt x="8293" y="0"/>
                  </a:moveTo>
                  <a:cubicBezTo>
                    <a:pt x="3707" y="0"/>
                    <a:pt x="0" y="3707"/>
                    <a:pt x="0" y="8293"/>
                  </a:cubicBezTo>
                  <a:cubicBezTo>
                    <a:pt x="0" y="9886"/>
                    <a:pt x="423" y="11545"/>
                    <a:pt x="1268" y="13268"/>
                  </a:cubicBezTo>
                  <a:cubicBezTo>
                    <a:pt x="1951" y="14666"/>
                    <a:pt x="2862" y="16065"/>
                    <a:pt x="4065" y="17463"/>
                  </a:cubicBezTo>
                  <a:cubicBezTo>
                    <a:pt x="6049" y="19837"/>
                    <a:pt x="8000" y="21365"/>
                    <a:pt x="8097" y="21430"/>
                  </a:cubicBezTo>
                  <a:cubicBezTo>
                    <a:pt x="8162" y="21463"/>
                    <a:pt x="8227" y="21495"/>
                    <a:pt x="8293" y="21495"/>
                  </a:cubicBezTo>
                  <a:cubicBezTo>
                    <a:pt x="8358" y="21495"/>
                    <a:pt x="8423" y="21463"/>
                    <a:pt x="8488" y="21430"/>
                  </a:cubicBezTo>
                  <a:cubicBezTo>
                    <a:pt x="8553" y="21365"/>
                    <a:pt x="10504" y="19837"/>
                    <a:pt x="12520" y="17463"/>
                  </a:cubicBezTo>
                  <a:cubicBezTo>
                    <a:pt x="13691" y="16065"/>
                    <a:pt x="14634" y="14634"/>
                    <a:pt x="15284" y="13268"/>
                  </a:cubicBezTo>
                  <a:cubicBezTo>
                    <a:pt x="16162" y="11545"/>
                    <a:pt x="16585" y="9886"/>
                    <a:pt x="16585" y="8293"/>
                  </a:cubicBezTo>
                  <a:cubicBezTo>
                    <a:pt x="16585" y="3707"/>
                    <a:pt x="12878" y="0"/>
                    <a:pt x="82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39;p18">
              <a:extLst>
                <a:ext uri="{FF2B5EF4-FFF2-40B4-BE49-F238E27FC236}">
                  <a16:creationId xmlns:a16="http://schemas.microsoft.com/office/drawing/2014/main" id="{04DA75D3-6166-FAF0-C337-9BB18A07B7AC}"/>
                </a:ext>
              </a:extLst>
            </p:cNvPr>
            <p:cNvSpPr/>
            <p:nvPr/>
          </p:nvSpPr>
          <p:spPr>
            <a:xfrm>
              <a:off x="-948694" y="3312675"/>
              <a:ext cx="245955" cy="576093"/>
            </a:xfrm>
            <a:custGeom>
              <a:avLst/>
              <a:gdLst/>
              <a:ahLst/>
              <a:cxnLst/>
              <a:rect l="l" t="t" r="r" b="b"/>
              <a:pathLst>
                <a:path w="9236" h="21496" extrusionOk="0">
                  <a:moveTo>
                    <a:pt x="944" y="0"/>
                  </a:moveTo>
                  <a:cubicBezTo>
                    <a:pt x="618" y="0"/>
                    <a:pt x="326" y="0"/>
                    <a:pt x="0" y="33"/>
                  </a:cubicBezTo>
                  <a:cubicBezTo>
                    <a:pt x="4163" y="520"/>
                    <a:pt x="7382" y="4032"/>
                    <a:pt x="7382" y="8293"/>
                  </a:cubicBezTo>
                  <a:cubicBezTo>
                    <a:pt x="7382" y="9886"/>
                    <a:pt x="6960" y="11545"/>
                    <a:pt x="6114" y="13268"/>
                  </a:cubicBezTo>
                  <a:cubicBezTo>
                    <a:pt x="5431" y="14666"/>
                    <a:pt x="4488" y="16065"/>
                    <a:pt x="3317" y="17463"/>
                  </a:cubicBezTo>
                  <a:cubicBezTo>
                    <a:pt x="2049" y="18991"/>
                    <a:pt x="781" y="20162"/>
                    <a:pt x="0" y="20845"/>
                  </a:cubicBezTo>
                  <a:cubicBezTo>
                    <a:pt x="456" y="21203"/>
                    <a:pt x="716" y="21398"/>
                    <a:pt x="748" y="21430"/>
                  </a:cubicBezTo>
                  <a:cubicBezTo>
                    <a:pt x="813" y="21495"/>
                    <a:pt x="878" y="21495"/>
                    <a:pt x="944" y="21495"/>
                  </a:cubicBezTo>
                  <a:cubicBezTo>
                    <a:pt x="1009" y="21495"/>
                    <a:pt x="1074" y="21495"/>
                    <a:pt x="1139" y="21430"/>
                  </a:cubicBezTo>
                  <a:cubicBezTo>
                    <a:pt x="1204" y="21365"/>
                    <a:pt x="3155" y="19837"/>
                    <a:pt x="5171" y="17463"/>
                  </a:cubicBezTo>
                  <a:cubicBezTo>
                    <a:pt x="6342" y="16065"/>
                    <a:pt x="7285" y="14666"/>
                    <a:pt x="7935" y="13268"/>
                  </a:cubicBezTo>
                  <a:cubicBezTo>
                    <a:pt x="8813" y="11545"/>
                    <a:pt x="9236" y="9886"/>
                    <a:pt x="9236" y="8293"/>
                  </a:cubicBezTo>
                  <a:cubicBezTo>
                    <a:pt x="9236" y="3707"/>
                    <a:pt x="5529" y="0"/>
                    <a:pt x="944" y="0"/>
                  </a:cubicBezTo>
                  <a:close/>
                </a:path>
              </a:pathLst>
            </a:custGeom>
            <a:solidFill>
              <a:srgbClr val="000000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" name="Google Shape;137;p18">
            <a:extLst>
              <a:ext uri="{FF2B5EF4-FFF2-40B4-BE49-F238E27FC236}">
                <a16:creationId xmlns:a16="http://schemas.microsoft.com/office/drawing/2014/main" id="{6AB99095-C655-3B26-B206-E44AC661C717}"/>
              </a:ext>
            </a:extLst>
          </p:cNvPr>
          <p:cNvGrpSpPr/>
          <p:nvPr/>
        </p:nvGrpSpPr>
        <p:grpSpPr>
          <a:xfrm>
            <a:off x="7967217" y="2585330"/>
            <a:ext cx="441661" cy="576093"/>
            <a:chOff x="-1144400" y="3312675"/>
            <a:chExt cx="441661" cy="576093"/>
          </a:xfrm>
        </p:grpSpPr>
        <p:sp>
          <p:nvSpPr>
            <p:cNvPr id="33" name="Google Shape;138;p18">
              <a:extLst>
                <a:ext uri="{FF2B5EF4-FFF2-40B4-BE49-F238E27FC236}">
                  <a16:creationId xmlns:a16="http://schemas.microsoft.com/office/drawing/2014/main" id="{4C7F377F-D281-A241-A8C7-E96F778A04B5}"/>
                </a:ext>
              </a:extLst>
            </p:cNvPr>
            <p:cNvSpPr/>
            <p:nvPr/>
          </p:nvSpPr>
          <p:spPr>
            <a:xfrm>
              <a:off x="-1144400" y="3312675"/>
              <a:ext cx="441659" cy="576093"/>
            </a:xfrm>
            <a:custGeom>
              <a:avLst/>
              <a:gdLst/>
              <a:ahLst/>
              <a:cxnLst/>
              <a:rect l="l" t="t" r="r" b="b"/>
              <a:pathLst>
                <a:path w="16585" h="21496" extrusionOk="0">
                  <a:moveTo>
                    <a:pt x="8293" y="5431"/>
                  </a:moveTo>
                  <a:cubicBezTo>
                    <a:pt x="9853" y="5431"/>
                    <a:pt x="11154" y="6699"/>
                    <a:pt x="11154" y="8293"/>
                  </a:cubicBezTo>
                  <a:cubicBezTo>
                    <a:pt x="11154" y="9886"/>
                    <a:pt x="9853" y="11154"/>
                    <a:pt x="8293" y="11154"/>
                  </a:cubicBezTo>
                  <a:cubicBezTo>
                    <a:pt x="6699" y="11154"/>
                    <a:pt x="5431" y="9886"/>
                    <a:pt x="5431" y="8293"/>
                  </a:cubicBezTo>
                  <a:cubicBezTo>
                    <a:pt x="5431" y="6699"/>
                    <a:pt x="6699" y="5431"/>
                    <a:pt x="8293" y="5431"/>
                  </a:cubicBezTo>
                  <a:close/>
                  <a:moveTo>
                    <a:pt x="8293" y="0"/>
                  </a:moveTo>
                  <a:cubicBezTo>
                    <a:pt x="3707" y="0"/>
                    <a:pt x="0" y="3707"/>
                    <a:pt x="0" y="8293"/>
                  </a:cubicBezTo>
                  <a:cubicBezTo>
                    <a:pt x="0" y="9886"/>
                    <a:pt x="423" y="11545"/>
                    <a:pt x="1268" y="13268"/>
                  </a:cubicBezTo>
                  <a:cubicBezTo>
                    <a:pt x="1951" y="14666"/>
                    <a:pt x="2862" y="16065"/>
                    <a:pt x="4065" y="17463"/>
                  </a:cubicBezTo>
                  <a:cubicBezTo>
                    <a:pt x="6049" y="19837"/>
                    <a:pt x="8000" y="21365"/>
                    <a:pt x="8097" y="21430"/>
                  </a:cubicBezTo>
                  <a:cubicBezTo>
                    <a:pt x="8162" y="21463"/>
                    <a:pt x="8227" y="21495"/>
                    <a:pt x="8293" y="21495"/>
                  </a:cubicBezTo>
                  <a:cubicBezTo>
                    <a:pt x="8358" y="21495"/>
                    <a:pt x="8423" y="21463"/>
                    <a:pt x="8488" y="21430"/>
                  </a:cubicBezTo>
                  <a:cubicBezTo>
                    <a:pt x="8553" y="21365"/>
                    <a:pt x="10504" y="19837"/>
                    <a:pt x="12520" y="17463"/>
                  </a:cubicBezTo>
                  <a:cubicBezTo>
                    <a:pt x="13691" y="16065"/>
                    <a:pt x="14634" y="14634"/>
                    <a:pt x="15284" y="13268"/>
                  </a:cubicBezTo>
                  <a:cubicBezTo>
                    <a:pt x="16162" y="11545"/>
                    <a:pt x="16585" y="9886"/>
                    <a:pt x="16585" y="8293"/>
                  </a:cubicBezTo>
                  <a:cubicBezTo>
                    <a:pt x="16585" y="3707"/>
                    <a:pt x="12878" y="0"/>
                    <a:pt x="82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39;p18">
              <a:extLst>
                <a:ext uri="{FF2B5EF4-FFF2-40B4-BE49-F238E27FC236}">
                  <a16:creationId xmlns:a16="http://schemas.microsoft.com/office/drawing/2014/main" id="{AC84DEE5-B8F0-ECEA-AC84-4F9E759F240C}"/>
                </a:ext>
              </a:extLst>
            </p:cNvPr>
            <p:cNvSpPr/>
            <p:nvPr/>
          </p:nvSpPr>
          <p:spPr>
            <a:xfrm>
              <a:off x="-948694" y="3312675"/>
              <a:ext cx="245955" cy="576093"/>
            </a:xfrm>
            <a:custGeom>
              <a:avLst/>
              <a:gdLst/>
              <a:ahLst/>
              <a:cxnLst/>
              <a:rect l="l" t="t" r="r" b="b"/>
              <a:pathLst>
                <a:path w="9236" h="21496" extrusionOk="0">
                  <a:moveTo>
                    <a:pt x="944" y="0"/>
                  </a:moveTo>
                  <a:cubicBezTo>
                    <a:pt x="618" y="0"/>
                    <a:pt x="326" y="0"/>
                    <a:pt x="0" y="33"/>
                  </a:cubicBezTo>
                  <a:cubicBezTo>
                    <a:pt x="4163" y="520"/>
                    <a:pt x="7382" y="4032"/>
                    <a:pt x="7382" y="8293"/>
                  </a:cubicBezTo>
                  <a:cubicBezTo>
                    <a:pt x="7382" y="9886"/>
                    <a:pt x="6960" y="11545"/>
                    <a:pt x="6114" y="13268"/>
                  </a:cubicBezTo>
                  <a:cubicBezTo>
                    <a:pt x="5431" y="14666"/>
                    <a:pt x="4488" y="16065"/>
                    <a:pt x="3317" y="17463"/>
                  </a:cubicBezTo>
                  <a:cubicBezTo>
                    <a:pt x="2049" y="18991"/>
                    <a:pt x="781" y="20162"/>
                    <a:pt x="0" y="20845"/>
                  </a:cubicBezTo>
                  <a:cubicBezTo>
                    <a:pt x="456" y="21203"/>
                    <a:pt x="716" y="21398"/>
                    <a:pt x="748" y="21430"/>
                  </a:cubicBezTo>
                  <a:cubicBezTo>
                    <a:pt x="813" y="21495"/>
                    <a:pt x="878" y="21495"/>
                    <a:pt x="944" y="21495"/>
                  </a:cubicBezTo>
                  <a:cubicBezTo>
                    <a:pt x="1009" y="21495"/>
                    <a:pt x="1074" y="21495"/>
                    <a:pt x="1139" y="21430"/>
                  </a:cubicBezTo>
                  <a:cubicBezTo>
                    <a:pt x="1204" y="21365"/>
                    <a:pt x="3155" y="19837"/>
                    <a:pt x="5171" y="17463"/>
                  </a:cubicBezTo>
                  <a:cubicBezTo>
                    <a:pt x="6342" y="16065"/>
                    <a:pt x="7285" y="14666"/>
                    <a:pt x="7935" y="13268"/>
                  </a:cubicBezTo>
                  <a:cubicBezTo>
                    <a:pt x="8813" y="11545"/>
                    <a:pt x="9236" y="9886"/>
                    <a:pt x="9236" y="8293"/>
                  </a:cubicBezTo>
                  <a:cubicBezTo>
                    <a:pt x="9236" y="3707"/>
                    <a:pt x="5529" y="0"/>
                    <a:pt x="944" y="0"/>
                  </a:cubicBezTo>
                  <a:close/>
                </a:path>
              </a:pathLst>
            </a:custGeom>
            <a:solidFill>
              <a:srgbClr val="000000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Ellipse 34">
            <a:extLst>
              <a:ext uri="{FF2B5EF4-FFF2-40B4-BE49-F238E27FC236}">
                <a16:creationId xmlns:a16="http://schemas.microsoft.com/office/drawing/2014/main" id="{D8E8DA87-B753-B384-27C2-6FEBD025C243}"/>
              </a:ext>
            </a:extLst>
          </p:cNvPr>
          <p:cNvSpPr/>
          <p:nvPr/>
        </p:nvSpPr>
        <p:spPr>
          <a:xfrm>
            <a:off x="779305" y="1018384"/>
            <a:ext cx="95534" cy="88711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Google Shape;404;p20">
            <a:extLst>
              <a:ext uri="{FF2B5EF4-FFF2-40B4-BE49-F238E27FC236}">
                <a16:creationId xmlns:a16="http://schemas.microsoft.com/office/drawing/2014/main" id="{F0A970F4-9B1D-F72F-1244-5D9E02C22895}"/>
              </a:ext>
            </a:extLst>
          </p:cNvPr>
          <p:cNvSpPr txBox="1"/>
          <p:nvPr/>
        </p:nvSpPr>
        <p:spPr>
          <a:xfrm>
            <a:off x="1097250" y="948851"/>
            <a:ext cx="2537700" cy="286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7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Elections Municipales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DC0A0C4F-9672-6133-23EF-29AB7CFD760D}"/>
              </a:ext>
            </a:extLst>
          </p:cNvPr>
          <p:cNvSpPr/>
          <p:nvPr/>
        </p:nvSpPr>
        <p:spPr>
          <a:xfrm>
            <a:off x="3539416" y="1006790"/>
            <a:ext cx="95534" cy="88711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Google Shape;404;p20">
            <a:extLst>
              <a:ext uri="{FF2B5EF4-FFF2-40B4-BE49-F238E27FC236}">
                <a16:creationId xmlns:a16="http://schemas.microsoft.com/office/drawing/2014/main" id="{BF9F76C9-5A45-7C56-B822-8F6EA0D71D3E}"/>
              </a:ext>
            </a:extLst>
          </p:cNvPr>
          <p:cNvSpPr txBox="1"/>
          <p:nvPr/>
        </p:nvSpPr>
        <p:spPr>
          <a:xfrm>
            <a:off x="3857361" y="937257"/>
            <a:ext cx="2537700" cy="286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7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Elections L</a:t>
            </a:r>
            <a:r>
              <a:rPr lang="fr-CM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é</a:t>
            </a:r>
            <a:r>
              <a:rPr lang="en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gislatives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3FAAE79C-AD33-A9DF-08F4-F82E836B5612}"/>
              </a:ext>
            </a:extLst>
          </p:cNvPr>
          <p:cNvSpPr/>
          <p:nvPr/>
        </p:nvSpPr>
        <p:spPr>
          <a:xfrm>
            <a:off x="6459955" y="993125"/>
            <a:ext cx="95534" cy="88711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Google Shape;404;p20">
            <a:extLst>
              <a:ext uri="{FF2B5EF4-FFF2-40B4-BE49-F238E27FC236}">
                <a16:creationId xmlns:a16="http://schemas.microsoft.com/office/drawing/2014/main" id="{2C3CCCEC-24EE-9383-5BB0-D68832FD78F0}"/>
              </a:ext>
            </a:extLst>
          </p:cNvPr>
          <p:cNvSpPr txBox="1"/>
          <p:nvPr/>
        </p:nvSpPr>
        <p:spPr>
          <a:xfrm>
            <a:off x="6777900" y="923592"/>
            <a:ext cx="2537700" cy="286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7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Elections Présidentielles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4" name="Google Shape;3014;p45"/>
          <p:cNvSpPr txBox="1">
            <a:spLocks noGrp="1"/>
          </p:cNvSpPr>
          <p:nvPr>
            <p:ph type="title"/>
          </p:nvPr>
        </p:nvSpPr>
        <p:spPr>
          <a:xfrm>
            <a:off x="423195" y="320359"/>
            <a:ext cx="82296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MERCI DE VOTRE ATTENTION </a:t>
            </a:r>
            <a:endParaRPr sz="4400" dirty="0"/>
          </a:p>
        </p:txBody>
      </p:sp>
      <p:sp>
        <p:nvSpPr>
          <p:cNvPr id="3016" name="Google Shape;3016;p45"/>
          <p:cNvSpPr/>
          <p:nvPr/>
        </p:nvSpPr>
        <p:spPr>
          <a:xfrm rot="2700000">
            <a:off x="3084925" y="3734730"/>
            <a:ext cx="753493" cy="75349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6" name="Google Shape;3026;p45"/>
          <p:cNvSpPr/>
          <p:nvPr/>
        </p:nvSpPr>
        <p:spPr>
          <a:xfrm>
            <a:off x="982544" y="1678726"/>
            <a:ext cx="260700" cy="260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4" name="Google Shape;3034;p45"/>
          <p:cNvSpPr/>
          <p:nvPr/>
        </p:nvSpPr>
        <p:spPr>
          <a:xfrm flipH="1">
            <a:off x="2579333" y="3952484"/>
            <a:ext cx="260700" cy="260700"/>
          </a:xfrm>
          <a:prstGeom prst="ellipse">
            <a:avLst/>
          </a:prstGeom>
          <a:solidFill>
            <a:srgbClr val="5D749B"/>
          </a:solidFill>
          <a:ln>
            <a:noFill/>
          </a:ln>
        </p:spPr>
        <p:txBody>
          <a:bodyPr spcFirstLastPara="1" wrap="square" lIns="91425" tIns="1827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D749B"/>
              </a:solidFill>
            </a:endParaRPr>
          </a:p>
        </p:txBody>
      </p:sp>
      <p:grpSp>
        <p:nvGrpSpPr>
          <p:cNvPr id="3110" name="Google Shape;3110;p45"/>
          <p:cNvGrpSpPr/>
          <p:nvPr/>
        </p:nvGrpSpPr>
        <p:grpSpPr>
          <a:xfrm>
            <a:off x="3281642" y="3905746"/>
            <a:ext cx="360059" cy="411460"/>
            <a:chOff x="810032" y="2891211"/>
            <a:chExt cx="360059" cy="411460"/>
          </a:xfrm>
        </p:grpSpPr>
        <p:sp>
          <p:nvSpPr>
            <p:cNvPr id="3111" name="Google Shape;3111;p45"/>
            <p:cNvSpPr/>
            <p:nvPr/>
          </p:nvSpPr>
          <p:spPr>
            <a:xfrm>
              <a:off x="989771" y="2903164"/>
              <a:ext cx="83594" cy="187250"/>
            </a:xfrm>
            <a:custGeom>
              <a:avLst/>
              <a:gdLst/>
              <a:ahLst/>
              <a:cxnLst/>
              <a:rect l="l" t="t" r="r" b="b"/>
              <a:pathLst>
                <a:path w="4749" h="10700" extrusionOk="0">
                  <a:moveTo>
                    <a:pt x="2829" y="0"/>
                  </a:moveTo>
                  <a:lnTo>
                    <a:pt x="586" y="1041"/>
                  </a:lnTo>
                  <a:lnTo>
                    <a:pt x="0" y="10699"/>
                  </a:lnTo>
                  <a:lnTo>
                    <a:pt x="4195" y="8780"/>
                  </a:lnTo>
                  <a:cubicBezTo>
                    <a:pt x="4585" y="8618"/>
                    <a:pt x="4748" y="8162"/>
                    <a:pt x="4585" y="7805"/>
                  </a:cubicBezTo>
                  <a:cubicBezTo>
                    <a:pt x="4390" y="7317"/>
                    <a:pt x="4195" y="6537"/>
                    <a:pt x="4195" y="5398"/>
                  </a:cubicBezTo>
                  <a:lnTo>
                    <a:pt x="4195" y="2732"/>
                  </a:lnTo>
                  <a:cubicBezTo>
                    <a:pt x="4195" y="1626"/>
                    <a:pt x="3642" y="650"/>
                    <a:pt x="28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2" name="Google Shape;3112;p45"/>
            <p:cNvSpPr/>
            <p:nvPr/>
          </p:nvSpPr>
          <p:spPr>
            <a:xfrm>
              <a:off x="906758" y="2944131"/>
              <a:ext cx="83031" cy="146283"/>
            </a:xfrm>
            <a:custGeom>
              <a:avLst/>
              <a:gdLst/>
              <a:ahLst/>
              <a:cxnLst/>
              <a:rect l="l" t="t" r="r" b="b"/>
              <a:pathLst>
                <a:path w="4717" h="8359" extrusionOk="0">
                  <a:moveTo>
                    <a:pt x="4716" y="0"/>
                  </a:moveTo>
                  <a:lnTo>
                    <a:pt x="554" y="781"/>
                  </a:lnTo>
                  <a:lnTo>
                    <a:pt x="554" y="3057"/>
                  </a:lnTo>
                  <a:cubicBezTo>
                    <a:pt x="554" y="4196"/>
                    <a:pt x="359" y="4976"/>
                    <a:pt x="163" y="5431"/>
                  </a:cubicBezTo>
                  <a:cubicBezTo>
                    <a:pt x="1" y="5821"/>
                    <a:pt x="163" y="6244"/>
                    <a:pt x="554" y="6439"/>
                  </a:cubicBezTo>
                  <a:lnTo>
                    <a:pt x="4716" y="8358"/>
                  </a:lnTo>
                  <a:lnTo>
                    <a:pt x="471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3" name="Google Shape;3113;p45"/>
            <p:cNvSpPr/>
            <p:nvPr/>
          </p:nvSpPr>
          <p:spPr>
            <a:xfrm>
              <a:off x="891303" y="3049411"/>
              <a:ext cx="185495" cy="97335"/>
            </a:xfrm>
            <a:custGeom>
              <a:avLst/>
              <a:gdLst/>
              <a:ahLst/>
              <a:cxnLst/>
              <a:rect l="l" t="t" r="r" b="b"/>
              <a:pathLst>
                <a:path w="10538" h="5562" extrusionOk="0">
                  <a:moveTo>
                    <a:pt x="4066" y="1"/>
                  </a:moveTo>
                  <a:lnTo>
                    <a:pt x="4066" y="684"/>
                  </a:lnTo>
                  <a:cubicBezTo>
                    <a:pt x="4066" y="976"/>
                    <a:pt x="3871" y="1431"/>
                    <a:pt x="3578" y="1562"/>
                  </a:cubicBezTo>
                  <a:lnTo>
                    <a:pt x="1" y="2830"/>
                  </a:lnTo>
                  <a:lnTo>
                    <a:pt x="391" y="5561"/>
                  </a:lnTo>
                  <a:lnTo>
                    <a:pt x="10537" y="5561"/>
                  </a:lnTo>
                  <a:lnTo>
                    <a:pt x="9692" y="2049"/>
                  </a:lnTo>
                  <a:lnTo>
                    <a:pt x="8001" y="1366"/>
                  </a:lnTo>
                  <a:cubicBezTo>
                    <a:pt x="7708" y="1269"/>
                    <a:pt x="7513" y="976"/>
                    <a:pt x="7513" y="684"/>
                  </a:cubicBezTo>
                  <a:lnTo>
                    <a:pt x="7513" y="1"/>
                  </a:lnTo>
                  <a:close/>
                </a:path>
              </a:pathLst>
            </a:custGeom>
            <a:solidFill>
              <a:srgbClr val="C38C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4" name="Google Shape;3114;p45"/>
            <p:cNvSpPr/>
            <p:nvPr/>
          </p:nvSpPr>
          <p:spPr>
            <a:xfrm>
              <a:off x="918217" y="3017544"/>
              <a:ext cx="105333" cy="79695"/>
            </a:xfrm>
            <a:custGeom>
              <a:avLst/>
              <a:gdLst/>
              <a:ahLst/>
              <a:cxnLst/>
              <a:rect l="l" t="t" r="r" b="b"/>
              <a:pathLst>
                <a:path w="5984" h="4554" extrusionOk="0">
                  <a:moveTo>
                    <a:pt x="2179" y="1"/>
                  </a:moveTo>
                  <a:lnTo>
                    <a:pt x="2179" y="2505"/>
                  </a:lnTo>
                  <a:cubicBezTo>
                    <a:pt x="2179" y="2797"/>
                    <a:pt x="1984" y="3090"/>
                    <a:pt x="1691" y="3187"/>
                  </a:cubicBezTo>
                  <a:lnTo>
                    <a:pt x="0" y="3870"/>
                  </a:lnTo>
                  <a:lnTo>
                    <a:pt x="293" y="4553"/>
                  </a:lnTo>
                  <a:lnTo>
                    <a:pt x="1984" y="3903"/>
                  </a:lnTo>
                  <a:cubicBezTo>
                    <a:pt x="2569" y="3675"/>
                    <a:pt x="2960" y="3122"/>
                    <a:pt x="2960" y="2505"/>
                  </a:cubicBezTo>
                  <a:cubicBezTo>
                    <a:pt x="2960" y="2326"/>
                    <a:pt x="3095" y="2175"/>
                    <a:pt x="3243" y="2175"/>
                  </a:cubicBezTo>
                  <a:cubicBezTo>
                    <a:pt x="3257" y="2175"/>
                    <a:pt x="3271" y="2177"/>
                    <a:pt x="3285" y="2179"/>
                  </a:cubicBezTo>
                  <a:cubicBezTo>
                    <a:pt x="3545" y="2244"/>
                    <a:pt x="3805" y="2277"/>
                    <a:pt x="4065" y="2277"/>
                  </a:cubicBezTo>
                  <a:cubicBezTo>
                    <a:pt x="4748" y="2277"/>
                    <a:pt x="5399" y="2114"/>
                    <a:pt x="5984" y="1822"/>
                  </a:cubicBezTo>
                  <a:lnTo>
                    <a:pt x="5984" y="1"/>
                  </a:lnTo>
                  <a:close/>
                </a:path>
              </a:pathLst>
            </a:custGeom>
            <a:solidFill>
              <a:srgbClr val="B57F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5" name="Google Shape;3115;p45"/>
            <p:cNvSpPr/>
            <p:nvPr/>
          </p:nvSpPr>
          <p:spPr>
            <a:xfrm>
              <a:off x="876992" y="3085269"/>
              <a:ext cx="233568" cy="144567"/>
            </a:xfrm>
            <a:custGeom>
              <a:avLst/>
              <a:gdLst/>
              <a:ahLst/>
              <a:cxnLst/>
              <a:rect l="l" t="t" r="r" b="b"/>
              <a:pathLst>
                <a:path w="13269" h="8261" extrusionOk="0">
                  <a:moveTo>
                    <a:pt x="10505" y="0"/>
                  </a:moveTo>
                  <a:lnTo>
                    <a:pt x="6895" y="2927"/>
                  </a:lnTo>
                  <a:cubicBezTo>
                    <a:pt x="6765" y="3041"/>
                    <a:pt x="6594" y="3098"/>
                    <a:pt x="6423" y="3098"/>
                  </a:cubicBezTo>
                  <a:cubicBezTo>
                    <a:pt x="6253" y="3098"/>
                    <a:pt x="6082" y="3041"/>
                    <a:pt x="5952" y="2927"/>
                  </a:cubicBezTo>
                  <a:lnTo>
                    <a:pt x="3025" y="553"/>
                  </a:lnTo>
                  <a:lnTo>
                    <a:pt x="1204" y="586"/>
                  </a:lnTo>
                  <a:cubicBezTo>
                    <a:pt x="489" y="878"/>
                    <a:pt x="1" y="1561"/>
                    <a:pt x="1" y="2342"/>
                  </a:cubicBezTo>
                  <a:lnTo>
                    <a:pt x="1" y="8260"/>
                  </a:lnTo>
                  <a:lnTo>
                    <a:pt x="13269" y="8260"/>
                  </a:lnTo>
                  <a:lnTo>
                    <a:pt x="13269" y="2342"/>
                  </a:lnTo>
                  <a:lnTo>
                    <a:pt x="13236" y="2342"/>
                  </a:lnTo>
                  <a:cubicBezTo>
                    <a:pt x="13236" y="1561"/>
                    <a:pt x="12781" y="878"/>
                    <a:pt x="12033" y="586"/>
                  </a:cubicBezTo>
                  <a:lnTo>
                    <a:pt x="1050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6" name="Google Shape;3116;p45"/>
            <p:cNvSpPr/>
            <p:nvPr/>
          </p:nvSpPr>
          <p:spPr>
            <a:xfrm>
              <a:off x="870127" y="3085269"/>
              <a:ext cx="60130" cy="144567"/>
            </a:xfrm>
            <a:custGeom>
              <a:avLst/>
              <a:gdLst/>
              <a:ahLst/>
              <a:cxnLst/>
              <a:rect l="l" t="t" r="r" b="b"/>
              <a:pathLst>
                <a:path w="3416" h="8261" extrusionOk="0">
                  <a:moveTo>
                    <a:pt x="2732" y="0"/>
                  </a:moveTo>
                  <a:lnTo>
                    <a:pt x="1204" y="586"/>
                  </a:lnTo>
                  <a:cubicBezTo>
                    <a:pt x="456" y="878"/>
                    <a:pt x="1" y="1561"/>
                    <a:pt x="1" y="2342"/>
                  </a:cubicBezTo>
                  <a:lnTo>
                    <a:pt x="1" y="8260"/>
                  </a:lnTo>
                  <a:lnTo>
                    <a:pt x="749" y="7512"/>
                  </a:lnTo>
                  <a:lnTo>
                    <a:pt x="749" y="2342"/>
                  </a:lnTo>
                  <a:cubicBezTo>
                    <a:pt x="749" y="1886"/>
                    <a:pt x="1041" y="1464"/>
                    <a:pt x="1464" y="1301"/>
                  </a:cubicBezTo>
                  <a:lnTo>
                    <a:pt x="3415" y="553"/>
                  </a:lnTo>
                  <a:lnTo>
                    <a:pt x="273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7" name="Google Shape;3117;p45"/>
            <p:cNvSpPr/>
            <p:nvPr/>
          </p:nvSpPr>
          <p:spPr>
            <a:xfrm>
              <a:off x="943969" y="2946406"/>
              <a:ext cx="105914" cy="96915"/>
            </a:xfrm>
            <a:custGeom>
              <a:avLst/>
              <a:gdLst/>
              <a:ahLst/>
              <a:cxnLst/>
              <a:rect l="l" t="t" r="r" b="b"/>
              <a:pathLst>
                <a:path w="6017" h="5538" extrusionOk="0">
                  <a:moveTo>
                    <a:pt x="4553" y="1"/>
                  </a:moveTo>
                  <a:lnTo>
                    <a:pt x="66" y="1822"/>
                  </a:lnTo>
                  <a:cubicBezTo>
                    <a:pt x="1" y="3155"/>
                    <a:pt x="586" y="5366"/>
                    <a:pt x="2375" y="5464"/>
                  </a:cubicBezTo>
                  <a:cubicBezTo>
                    <a:pt x="2611" y="5490"/>
                    <a:pt x="2827" y="5538"/>
                    <a:pt x="3038" y="5538"/>
                  </a:cubicBezTo>
                  <a:cubicBezTo>
                    <a:pt x="3088" y="5538"/>
                    <a:pt x="3138" y="5535"/>
                    <a:pt x="3188" y="5529"/>
                  </a:cubicBezTo>
                  <a:cubicBezTo>
                    <a:pt x="4781" y="5269"/>
                    <a:pt x="6017" y="3838"/>
                    <a:pt x="6017" y="2147"/>
                  </a:cubicBezTo>
                  <a:lnTo>
                    <a:pt x="6017" y="1464"/>
                  </a:lnTo>
                  <a:cubicBezTo>
                    <a:pt x="6017" y="1204"/>
                    <a:pt x="5887" y="976"/>
                    <a:pt x="5659" y="814"/>
                  </a:cubicBezTo>
                  <a:cubicBezTo>
                    <a:pt x="5269" y="586"/>
                    <a:pt x="4911" y="293"/>
                    <a:pt x="4553" y="1"/>
                  </a:cubicBezTo>
                  <a:close/>
                </a:path>
              </a:pathLst>
            </a:custGeom>
            <a:solidFill>
              <a:srgbClr val="D19A6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8" name="Google Shape;3118;p45"/>
            <p:cNvSpPr/>
            <p:nvPr/>
          </p:nvSpPr>
          <p:spPr>
            <a:xfrm>
              <a:off x="930239" y="2924216"/>
              <a:ext cx="93892" cy="119892"/>
            </a:xfrm>
            <a:custGeom>
              <a:avLst/>
              <a:gdLst/>
              <a:ahLst/>
              <a:cxnLst/>
              <a:rect l="l" t="t" r="r" b="b"/>
              <a:pathLst>
                <a:path w="5334" h="6851" extrusionOk="0">
                  <a:moveTo>
                    <a:pt x="0" y="0"/>
                  </a:moveTo>
                  <a:lnTo>
                    <a:pt x="0" y="3317"/>
                  </a:lnTo>
                  <a:cubicBezTo>
                    <a:pt x="0" y="4781"/>
                    <a:pt x="878" y="6147"/>
                    <a:pt x="2277" y="6667"/>
                  </a:cubicBezTo>
                  <a:cubicBezTo>
                    <a:pt x="2652" y="6792"/>
                    <a:pt x="3027" y="6850"/>
                    <a:pt x="3385" y="6850"/>
                  </a:cubicBezTo>
                  <a:cubicBezTo>
                    <a:pt x="3586" y="6850"/>
                    <a:pt x="3781" y="6832"/>
                    <a:pt x="3968" y="6797"/>
                  </a:cubicBezTo>
                  <a:cubicBezTo>
                    <a:pt x="2634" y="6569"/>
                    <a:pt x="1626" y="5561"/>
                    <a:pt x="1268" y="4293"/>
                  </a:cubicBezTo>
                  <a:cubicBezTo>
                    <a:pt x="1138" y="3903"/>
                    <a:pt x="1366" y="3480"/>
                    <a:pt x="1756" y="3350"/>
                  </a:cubicBezTo>
                  <a:cubicBezTo>
                    <a:pt x="3155" y="2927"/>
                    <a:pt x="4390" y="2212"/>
                    <a:pt x="5333" y="1269"/>
                  </a:cubicBezTo>
                  <a:cubicBezTo>
                    <a:pt x="4943" y="878"/>
                    <a:pt x="4553" y="456"/>
                    <a:pt x="4228" y="0"/>
                  </a:cubicBezTo>
                  <a:close/>
                </a:path>
              </a:pathLst>
            </a:custGeom>
            <a:solidFill>
              <a:srgbClr val="C38C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9" name="Google Shape;3119;p45"/>
            <p:cNvSpPr/>
            <p:nvPr/>
          </p:nvSpPr>
          <p:spPr>
            <a:xfrm>
              <a:off x="1105402" y="3026084"/>
              <a:ext cx="51523" cy="196928"/>
            </a:xfrm>
            <a:custGeom>
              <a:avLst/>
              <a:gdLst/>
              <a:ahLst/>
              <a:cxnLst/>
              <a:rect l="l" t="t" r="r" b="b"/>
              <a:pathLst>
                <a:path w="2927" h="11253" extrusionOk="0">
                  <a:moveTo>
                    <a:pt x="520" y="0"/>
                  </a:moveTo>
                  <a:lnTo>
                    <a:pt x="0" y="521"/>
                  </a:lnTo>
                  <a:lnTo>
                    <a:pt x="1171" y="1691"/>
                  </a:lnTo>
                  <a:cubicBezTo>
                    <a:pt x="1821" y="2342"/>
                    <a:pt x="2179" y="3187"/>
                    <a:pt x="2179" y="4098"/>
                  </a:cubicBezTo>
                  <a:lnTo>
                    <a:pt x="2179" y="11252"/>
                  </a:lnTo>
                  <a:lnTo>
                    <a:pt x="2927" y="11252"/>
                  </a:lnTo>
                  <a:lnTo>
                    <a:pt x="2927" y="4098"/>
                  </a:lnTo>
                  <a:cubicBezTo>
                    <a:pt x="2927" y="2992"/>
                    <a:pt x="2504" y="1951"/>
                    <a:pt x="1691" y="1171"/>
                  </a:cubicBezTo>
                  <a:lnTo>
                    <a:pt x="5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0" name="Google Shape;3120;p45"/>
            <p:cNvSpPr/>
            <p:nvPr/>
          </p:nvSpPr>
          <p:spPr>
            <a:xfrm>
              <a:off x="1092799" y="3014849"/>
              <a:ext cx="42950" cy="39567"/>
            </a:xfrm>
            <a:custGeom>
              <a:avLst/>
              <a:gdLst/>
              <a:ahLst/>
              <a:cxnLst/>
              <a:rect l="l" t="t" r="r" b="b"/>
              <a:pathLst>
                <a:path w="2440" h="2261" extrusionOk="0">
                  <a:moveTo>
                    <a:pt x="830" y="0"/>
                  </a:moveTo>
                  <a:cubicBezTo>
                    <a:pt x="635" y="0"/>
                    <a:pt x="440" y="73"/>
                    <a:pt x="293" y="220"/>
                  </a:cubicBezTo>
                  <a:cubicBezTo>
                    <a:pt x="1" y="512"/>
                    <a:pt x="1" y="1000"/>
                    <a:pt x="293" y="1293"/>
                  </a:cubicBezTo>
                  <a:lnTo>
                    <a:pt x="1041" y="2041"/>
                  </a:lnTo>
                  <a:cubicBezTo>
                    <a:pt x="1204" y="2187"/>
                    <a:pt x="1399" y="2260"/>
                    <a:pt x="1590" y="2260"/>
                  </a:cubicBezTo>
                  <a:cubicBezTo>
                    <a:pt x="1781" y="2260"/>
                    <a:pt x="1968" y="2187"/>
                    <a:pt x="2115" y="2041"/>
                  </a:cubicBezTo>
                  <a:cubicBezTo>
                    <a:pt x="2440" y="1748"/>
                    <a:pt x="2440" y="1260"/>
                    <a:pt x="2115" y="968"/>
                  </a:cubicBezTo>
                  <a:lnTo>
                    <a:pt x="1367" y="220"/>
                  </a:lnTo>
                  <a:cubicBezTo>
                    <a:pt x="1220" y="73"/>
                    <a:pt x="1025" y="0"/>
                    <a:pt x="83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1" name="Google Shape;3121;p45"/>
            <p:cNvSpPr/>
            <p:nvPr/>
          </p:nvSpPr>
          <p:spPr>
            <a:xfrm>
              <a:off x="1033848" y="3135126"/>
              <a:ext cx="49234" cy="56158"/>
            </a:xfrm>
            <a:custGeom>
              <a:avLst/>
              <a:gdLst/>
              <a:ahLst/>
              <a:cxnLst/>
              <a:rect l="l" t="t" r="r" b="b"/>
              <a:pathLst>
                <a:path w="2797" h="3209" extrusionOk="0">
                  <a:moveTo>
                    <a:pt x="1025" y="1"/>
                  </a:moveTo>
                  <a:cubicBezTo>
                    <a:pt x="911" y="1"/>
                    <a:pt x="799" y="57"/>
                    <a:pt x="748" y="176"/>
                  </a:cubicBezTo>
                  <a:lnTo>
                    <a:pt x="390" y="859"/>
                  </a:lnTo>
                  <a:lnTo>
                    <a:pt x="0" y="2062"/>
                  </a:lnTo>
                  <a:lnTo>
                    <a:pt x="1008" y="2810"/>
                  </a:lnTo>
                  <a:lnTo>
                    <a:pt x="1724" y="3167"/>
                  </a:lnTo>
                  <a:cubicBezTo>
                    <a:pt x="1774" y="3196"/>
                    <a:pt x="1825" y="3209"/>
                    <a:pt x="1875" y="3209"/>
                  </a:cubicBezTo>
                  <a:cubicBezTo>
                    <a:pt x="2051" y="3209"/>
                    <a:pt x="2204" y="3045"/>
                    <a:pt x="2179" y="2842"/>
                  </a:cubicBezTo>
                  <a:lnTo>
                    <a:pt x="2016" y="2062"/>
                  </a:lnTo>
                  <a:lnTo>
                    <a:pt x="2602" y="1509"/>
                  </a:lnTo>
                  <a:cubicBezTo>
                    <a:pt x="2797" y="1314"/>
                    <a:pt x="2699" y="1021"/>
                    <a:pt x="2439" y="989"/>
                  </a:cubicBezTo>
                  <a:lnTo>
                    <a:pt x="1659" y="859"/>
                  </a:lnTo>
                  <a:lnTo>
                    <a:pt x="1301" y="143"/>
                  </a:lnTo>
                  <a:cubicBezTo>
                    <a:pt x="1238" y="49"/>
                    <a:pt x="1131" y="1"/>
                    <a:pt x="102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2" name="Google Shape;3122;p45"/>
            <p:cNvSpPr/>
            <p:nvPr/>
          </p:nvSpPr>
          <p:spPr>
            <a:xfrm>
              <a:off x="1020681" y="3150719"/>
              <a:ext cx="30928" cy="40565"/>
            </a:xfrm>
            <a:custGeom>
              <a:avLst/>
              <a:gdLst/>
              <a:ahLst/>
              <a:cxnLst/>
              <a:rect l="l" t="t" r="r" b="b"/>
              <a:pathLst>
                <a:path w="1757" h="2318" extrusionOk="0">
                  <a:moveTo>
                    <a:pt x="1138" y="0"/>
                  </a:moveTo>
                  <a:lnTo>
                    <a:pt x="358" y="98"/>
                  </a:lnTo>
                  <a:cubicBezTo>
                    <a:pt x="98" y="130"/>
                    <a:pt x="0" y="423"/>
                    <a:pt x="195" y="618"/>
                  </a:cubicBezTo>
                  <a:lnTo>
                    <a:pt x="748" y="1171"/>
                  </a:lnTo>
                  <a:lnTo>
                    <a:pt x="618" y="1951"/>
                  </a:lnTo>
                  <a:cubicBezTo>
                    <a:pt x="593" y="2154"/>
                    <a:pt x="746" y="2318"/>
                    <a:pt x="922" y="2318"/>
                  </a:cubicBezTo>
                  <a:cubicBezTo>
                    <a:pt x="972" y="2318"/>
                    <a:pt x="1024" y="2305"/>
                    <a:pt x="1073" y="2276"/>
                  </a:cubicBezTo>
                  <a:lnTo>
                    <a:pt x="1756" y="1919"/>
                  </a:lnTo>
                  <a:lnTo>
                    <a:pt x="1138" y="0"/>
                  </a:lnTo>
                  <a:close/>
                </a:path>
              </a:pathLst>
            </a:custGeom>
            <a:solidFill>
              <a:srgbClr val="ECEA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3" name="Google Shape;3123;p45"/>
            <p:cNvSpPr/>
            <p:nvPr/>
          </p:nvSpPr>
          <p:spPr>
            <a:xfrm>
              <a:off x="916492" y="2891211"/>
              <a:ext cx="123094" cy="85942"/>
            </a:xfrm>
            <a:custGeom>
              <a:avLst/>
              <a:gdLst/>
              <a:ahLst/>
              <a:cxnLst/>
              <a:rect l="l" t="t" r="r" b="b"/>
              <a:pathLst>
                <a:path w="6993" h="4911" extrusionOk="0">
                  <a:moveTo>
                    <a:pt x="3415" y="0"/>
                  </a:moveTo>
                  <a:cubicBezTo>
                    <a:pt x="1529" y="0"/>
                    <a:pt x="1" y="1529"/>
                    <a:pt x="1" y="3415"/>
                  </a:cubicBezTo>
                  <a:lnTo>
                    <a:pt x="1" y="4911"/>
                  </a:lnTo>
                  <a:cubicBezTo>
                    <a:pt x="3155" y="4781"/>
                    <a:pt x="5854" y="3090"/>
                    <a:pt x="6992" y="683"/>
                  </a:cubicBezTo>
                  <a:cubicBezTo>
                    <a:pt x="6440" y="260"/>
                    <a:pt x="5724" y="0"/>
                    <a:pt x="49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4" name="Google Shape;3124;p45"/>
            <p:cNvSpPr/>
            <p:nvPr/>
          </p:nvSpPr>
          <p:spPr>
            <a:xfrm>
              <a:off x="870127" y="3085269"/>
              <a:ext cx="60130" cy="144567"/>
            </a:xfrm>
            <a:custGeom>
              <a:avLst/>
              <a:gdLst/>
              <a:ahLst/>
              <a:cxnLst/>
              <a:rect l="l" t="t" r="r" b="b"/>
              <a:pathLst>
                <a:path w="3416" h="8261" extrusionOk="0">
                  <a:moveTo>
                    <a:pt x="2732" y="0"/>
                  </a:moveTo>
                  <a:lnTo>
                    <a:pt x="1204" y="586"/>
                  </a:lnTo>
                  <a:cubicBezTo>
                    <a:pt x="456" y="878"/>
                    <a:pt x="1" y="1561"/>
                    <a:pt x="1" y="2342"/>
                  </a:cubicBezTo>
                  <a:lnTo>
                    <a:pt x="1" y="8260"/>
                  </a:lnTo>
                  <a:lnTo>
                    <a:pt x="749" y="7512"/>
                  </a:lnTo>
                  <a:lnTo>
                    <a:pt x="749" y="2342"/>
                  </a:lnTo>
                  <a:cubicBezTo>
                    <a:pt x="749" y="1886"/>
                    <a:pt x="1041" y="1464"/>
                    <a:pt x="1464" y="1301"/>
                  </a:cubicBezTo>
                  <a:lnTo>
                    <a:pt x="3415" y="553"/>
                  </a:lnTo>
                  <a:lnTo>
                    <a:pt x="2732" y="0"/>
                  </a:lnTo>
                  <a:close/>
                </a:path>
              </a:pathLst>
            </a:custGeom>
            <a:solidFill>
              <a:srgbClr val="000000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5" name="Google Shape;3125;p45"/>
            <p:cNvSpPr/>
            <p:nvPr/>
          </p:nvSpPr>
          <p:spPr>
            <a:xfrm>
              <a:off x="849514" y="3236644"/>
              <a:ext cx="287378" cy="66027"/>
            </a:xfrm>
            <a:custGeom>
              <a:avLst/>
              <a:gdLst/>
              <a:ahLst/>
              <a:cxnLst/>
              <a:rect l="l" t="t" r="r" b="b"/>
              <a:pathLst>
                <a:path w="16326" h="3773" extrusionOk="0">
                  <a:moveTo>
                    <a:pt x="1" y="1"/>
                  </a:moveTo>
                  <a:lnTo>
                    <a:pt x="1" y="3025"/>
                  </a:lnTo>
                  <a:lnTo>
                    <a:pt x="391" y="3773"/>
                  </a:lnTo>
                  <a:lnTo>
                    <a:pt x="15578" y="3773"/>
                  </a:lnTo>
                  <a:cubicBezTo>
                    <a:pt x="16001" y="3773"/>
                    <a:pt x="16326" y="3448"/>
                    <a:pt x="16326" y="3025"/>
                  </a:cubicBezTo>
                  <a:lnTo>
                    <a:pt x="16326" y="113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6" name="Google Shape;3126;p45"/>
            <p:cNvSpPr/>
            <p:nvPr/>
          </p:nvSpPr>
          <p:spPr>
            <a:xfrm>
              <a:off x="843230" y="3236644"/>
              <a:ext cx="293663" cy="66028"/>
            </a:xfrm>
            <a:custGeom>
              <a:avLst/>
              <a:gdLst/>
              <a:ahLst/>
              <a:cxnLst/>
              <a:rect l="l" t="t" r="r" b="b"/>
              <a:pathLst>
                <a:path w="16683" h="3773" extrusionOk="0">
                  <a:moveTo>
                    <a:pt x="0" y="1"/>
                  </a:moveTo>
                  <a:lnTo>
                    <a:pt x="0" y="3025"/>
                  </a:lnTo>
                  <a:cubicBezTo>
                    <a:pt x="0" y="3448"/>
                    <a:pt x="325" y="3773"/>
                    <a:pt x="748" y="3773"/>
                  </a:cubicBezTo>
                  <a:lnTo>
                    <a:pt x="748" y="1887"/>
                  </a:lnTo>
                  <a:cubicBezTo>
                    <a:pt x="748" y="1464"/>
                    <a:pt x="1106" y="1139"/>
                    <a:pt x="1529" y="1139"/>
                  </a:cubicBezTo>
                  <a:lnTo>
                    <a:pt x="16683" y="1139"/>
                  </a:lnTo>
                  <a:lnTo>
                    <a:pt x="166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7" name="Google Shape;3127;p45"/>
            <p:cNvSpPr/>
            <p:nvPr/>
          </p:nvSpPr>
          <p:spPr>
            <a:xfrm>
              <a:off x="843230" y="3236644"/>
              <a:ext cx="293663" cy="66028"/>
            </a:xfrm>
            <a:custGeom>
              <a:avLst/>
              <a:gdLst/>
              <a:ahLst/>
              <a:cxnLst/>
              <a:rect l="l" t="t" r="r" b="b"/>
              <a:pathLst>
                <a:path w="16683" h="3773" extrusionOk="0">
                  <a:moveTo>
                    <a:pt x="0" y="1"/>
                  </a:moveTo>
                  <a:lnTo>
                    <a:pt x="0" y="3025"/>
                  </a:lnTo>
                  <a:cubicBezTo>
                    <a:pt x="0" y="3448"/>
                    <a:pt x="325" y="3773"/>
                    <a:pt x="748" y="3773"/>
                  </a:cubicBezTo>
                  <a:lnTo>
                    <a:pt x="748" y="1887"/>
                  </a:lnTo>
                  <a:cubicBezTo>
                    <a:pt x="748" y="1464"/>
                    <a:pt x="1106" y="1139"/>
                    <a:pt x="1529" y="1139"/>
                  </a:cubicBezTo>
                  <a:lnTo>
                    <a:pt x="16683" y="1139"/>
                  </a:lnTo>
                  <a:lnTo>
                    <a:pt x="16683" y="1"/>
                  </a:lnTo>
                  <a:close/>
                </a:path>
              </a:pathLst>
            </a:custGeom>
            <a:solidFill>
              <a:srgbClr val="000000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8" name="Google Shape;3128;p45"/>
            <p:cNvSpPr/>
            <p:nvPr/>
          </p:nvSpPr>
          <p:spPr>
            <a:xfrm>
              <a:off x="810032" y="3216729"/>
              <a:ext cx="360059" cy="26197"/>
            </a:xfrm>
            <a:custGeom>
              <a:avLst/>
              <a:gdLst/>
              <a:ahLst/>
              <a:cxnLst/>
              <a:rect l="l" t="t" r="r" b="b"/>
              <a:pathLst>
                <a:path w="20455" h="1497" extrusionOk="0">
                  <a:moveTo>
                    <a:pt x="358" y="0"/>
                  </a:moveTo>
                  <a:cubicBezTo>
                    <a:pt x="163" y="0"/>
                    <a:pt x="0" y="163"/>
                    <a:pt x="0" y="358"/>
                  </a:cubicBezTo>
                  <a:lnTo>
                    <a:pt x="0" y="1139"/>
                  </a:lnTo>
                  <a:cubicBezTo>
                    <a:pt x="0" y="1334"/>
                    <a:pt x="163" y="1496"/>
                    <a:pt x="358" y="1496"/>
                  </a:cubicBezTo>
                  <a:lnTo>
                    <a:pt x="20097" y="1496"/>
                  </a:lnTo>
                  <a:cubicBezTo>
                    <a:pt x="20292" y="1496"/>
                    <a:pt x="20455" y="1334"/>
                    <a:pt x="20455" y="1139"/>
                  </a:cubicBezTo>
                  <a:lnTo>
                    <a:pt x="20455" y="748"/>
                  </a:lnTo>
                  <a:lnTo>
                    <a:pt x="1138" y="748"/>
                  </a:lnTo>
                  <a:cubicBezTo>
                    <a:pt x="911" y="748"/>
                    <a:pt x="748" y="586"/>
                    <a:pt x="748" y="358"/>
                  </a:cubicBezTo>
                  <a:lnTo>
                    <a:pt x="74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9" name="Google Shape;3129;p45"/>
            <p:cNvSpPr/>
            <p:nvPr/>
          </p:nvSpPr>
          <p:spPr>
            <a:xfrm>
              <a:off x="816316" y="3216729"/>
              <a:ext cx="353775" cy="19933"/>
            </a:xfrm>
            <a:custGeom>
              <a:avLst/>
              <a:gdLst/>
              <a:ahLst/>
              <a:cxnLst/>
              <a:rect l="l" t="t" r="r" b="b"/>
              <a:pathLst>
                <a:path w="20098" h="1139" extrusionOk="0">
                  <a:moveTo>
                    <a:pt x="391" y="0"/>
                  </a:moveTo>
                  <a:cubicBezTo>
                    <a:pt x="163" y="0"/>
                    <a:pt x="1" y="163"/>
                    <a:pt x="1" y="358"/>
                  </a:cubicBezTo>
                  <a:lnTo>
                    <a:pt x="1" y="748"/>
                  </a:lnTo>
                  <a:cubicBezTo>
                    <a:pt x="1" y="943"/>
                    <a:pt x="163" y="1139"/>
                    <a:pt x="391" y="1139"/>
                  </a:cubicBezTo>
                  <a:lnTo>
                    <a:pt x="19740" y="1139"/>
                  </a:lnTo>
                  <a:cubicBezTo>
                    <a:pt x="19935" y="1139"/>
                    <a:pt x="20098" y="943"/>
                    <a:pt x="20098" y="748"/>
                  </a:cubicBezTo>
                  <a:lnTo>
                    <a:pt x="20098" y="358"/>
                  </a:lnTo>
                  <a:cubicBezTo>
                    <a:pt x="20098" y="163"/>
                    <a:pt x="19935" y="0"/>
                    <a:pt x="197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0" name="Google Shape;3130;p45"/>
            <p:cNvSpPr/>
            <p:nvPr/>
          </p:nvSpPr>
          <p:spPr>
            <a:xfrm>
              <a:off x="810032" y="3216729"/>
              <a:ext cx="360059" cy="26197"/>
            </a:xfrm>
            <a:custGeom>
              <a:avLst/>
              <a:gdLst/>
              <a:ahLst/>
              <a:cxnLst/>
              <a:rect l="l" t="t" r="r" b="b"/>
              <a:pathLst>
                <a:path w="20455" h="1497" extrusionOk="0">
                  <a:moveTo>
                    <a:pt x="358" y="0"/>
                  </a:moveTo>
                  <a:cubicBezTo>
                    <a:pt x="163" y="0"/>
                    <a:pt x="0" y="163"/>
                    <a:pt x="0" y="358"/>
                  </a:cubicBezTo>
                  <a:lnTo>
                    <a:pt x="0" y="1139"/>
                  </a:lnTo>
                  <a:cubicBezTo>
                    <a:pt x="0" y="1334"/>
                    <a:pt x="163" y="1496"/>
                    <a:pt x="358" y="1496"/>
                  </a:cubicBezTo>
                  <a:lnTo>
                    <a:pt x="20097" y="1496"/>
                  </a:lnTo>
                  <a:cubicBezTo>
                    <a:pt x="20292" y="1496"/>
                    <a:pt x="20455" y="1334"/>
                    <a:pt x="20455" y="1139"/>
                  </a:cubicBezTo>
                  <a:lnTo>
                    <a:pt x="20455" y="748"/>
                  </a:lnTo>
                  <a:lnTo>
                    <a:pt x="1138" y="748"/>
                  </a:lnTo>
                  <a:cubicBezTo>
                    <a:pt x="911" y="748"/>
                    <a:pt x="748" y="586"/>
                    <a:pt x="748" y="358"/>
                  </a:cubicBezTo>
                  <a:lnTo>
                    <a:pt x="748" y="0"/>
                  </a:lnTo>
                  <a:close/>
                </a:path>
              </a:pathLst>
            </a:custGeom>
            <a:solidFill>
              <a:srgbClr val="000000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Google Shape;3015;p45">
            <a:extLst>
              <a:ext uri="{FF2B5EF4-FFF2-40B4-BE49-F238E27FC236}">
                <a16:creationId xmlns:a16="http://schemas.microsoft.com/office/drawing/2014/main" id="{71C4F216-C231-9DC8-7E78-AFF9A951D27E}"/>
              </a:ext>
            </a:extLst>
          </p:cNvPr>
          <p:cNvSpPr/>
          <p:nvPr/>
        </p:nvSpPr>
        <p:spPr>
          <a:xfrm rot="-2700000">
            <a:off x="1538844" y="1430694"/>
            <a:ext cx="753493" cy="75349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" name="Google Shape;3063;p45">
            <a:extLst>
              <a:ext uri="{FF2B5EF4-FFF2-40B4-BE49-F238E27FC236}">
                <a16:creationId xmlns:a16="http://schemas.microsoft.com/office/drawing/2014/main" id="{E386C21C-4FAF-5149-9E6F-D3D540ACD395}"/>
              </a:ext>
            </a:extLst>
          </p:cNvPr>
          <p:cNvGrpSpPr/>
          <p:nvPr/>
        </p:nvGrpSpPr>
        <p:grpSpPr>
          <a:xfrm>
            <a:off x="1709913" y="1576002"/>
            <a:ext cx="411464" cy="462893"/>
            <a:chOff x="1968748" y="1681157"/>
            <a:chExt cx="411464" cy="462893"/>
          </a:xfrm>
        </p:grpSpPr>
        <p:sp>
          <p:nvSpPr>
            <p:cNvPr id="6" name="Google Shape;3064;p45">
              <a:extLst>
                <a:ext uri="{FF2B5EF4-FFF2-40B4-BE49-F238E27FC236}">
                  <a16:creationId xmlns:a16="http://schemas.microsoft.com/office/drawing/2014/main" id="{200DB3B6-821C-B33E-6012-1AB638BE9D7F}"/>
                </a:ext>
              </a:extLst>
            </p:cNvPr>
            <p:cNvSpPr/>
            <p:nvPr/>
          </p:nvSpPr>
          <p:spPr>
            <a:xfrm>
              <a:off x="2323524" y="1886025"/>
              <a:ext cx="35422" cy="147912"/>
            </a:xfrm>
            <a:custGeom>
              <a:avLst/>
              <a:gdLst/>
              <a:ahLst/>
              <a:cxnLst/>
              <a:rect l="l" t="t" r="r" b="b"/>
              <a:pathLst>
                <a:path w="1789" h="7513" extrusionOk="0">
                  <a:moveTo>
                    <a:pt x="391" y="0"/>
                  </a:moveTo>
                  <a:cubicBezTo>
                    <a:pt x="301" y="0"/>
                    <a:pt x="212" y="33"/>
                    <a:pt x="130" y="98"/>
                  </a:cubicBezTo>
                  <a:cubicBezTo>
                    <a:pt x="0" y="261"/>
                    <a:pt x="0" y="456"/>
                    <a:pt x="130" y="618"/>
                  </a:cubicBezTo>
                  <a:lnTo>
                    <a:pt x="878" y="1334"/>
                  </a:lnTo>
                  <a:cubicBezTo>
                    <a:pt x="1008" y="1496"/>
                    <a:pt x="1106" y="1691"/>
                    <a:pt x="1106" y="1919"/>
                  </a:cubicBezTo>
                  <a:lnTo>
                    <a:pt x="1106" y="7155"/>
                  </a:lnTo>
                  <a:cubicBezTo>
                    <a:pt x="1106" y="7350"/>
                    <a:pt x="1269" y="7512"/>
                    <a:pt x="1464" y="7512"/>
                  </a:cubicBezTo>
                  <a:cubicBezTo>
                    <a:pt x="1659" y="7512"/>
                    <a:pt x="1789" y="7350"/>
                    <a:pt x="1789" y="7155"/>
                  </a:cubicBezTo>
                  <a:lnTo>
                    <a:pt x="1789" y="1919"/>
                  </a:lnTo>
                  <a:cubicBezTo>
                    <a:pt x="1789" y="1496"/>
                    <a:pt x="1659" y="1106"/>
                    <a:pt x="1366" y="846"/>
                  </a:cubicBezTo>
                  <a:lnTo>
                    <a:pt x="651" y="98"/>
                  </a:lnTo>
                  <a:cubicBezTo>
                    <a:pt x="569" y="33"/>
                    <a:pt x="480" y="0"/>
                    <a:pt x="3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3065;p45">
              <a:extLst>
                <a:ext uri="{FF2B5EF4-FFF2-40B4-BE49-F238E27FC236}">
                  <a16:creationId xmlns:a16="http://schemas.microsoft.com/office/drawing/2014/main" id="{16643EA0-F4FD-49CC-A408-E33BDCD0044B}"/>
                </a:ext>
              </a:extLst>
            </p:cNvPr>
            <p:cNvSpPr/>
            <p:nvPr/>
          </p:nvSpPr>
          <p:spPr>
            <a:xfrm>
              <a:off x="2286182" y="1849524"/>
              <a:ext cx="50233" cy="47408"/>
            </a:xfrm>
            <a:custGeom>
              <a:avLst/>
              <a:gdLst/>
              <a:ahLst/>
              <a:cxnLst/>
              <a:rect l="l" t="t" r="r" b="b"/>
              <a:pathLst>
                <a:path w="2537" h="2408" extrusionOk="0">
                  <a:moveTo>
                    <a:pt x="748" y="1"/>
                  </a:moveTo>
                  <a:cubicBezTo>
                    <a:pt x="569" y="1"/>
                    <a:pt x="390" y="66"/>
                    <a:pt x="260" y="196"/>
                  </a:cubicBezTo>
                  <a:cubicBezTo>
                    <a:pt x="0" y="456"/>
                    <a:pt x="0" y="911"/>
                    <a:pt x="260" y="1172"/>
                  </a:cubicBezTo>
                  <a:lnTo>
                    <a:pt x="1301" y="2212"/>
                  </a:lnTo>
                  <a:cubicBezTo>
                    <a:pt x="1431" y="2342"/>
                    <a:pt x="1610" y="2407"/>
                    <a:pt x="1789" y="2407"/>
                  </a:cubicBezTo>
                  <a:cubicBezTo>
                    <a:pt x="1968" y="2407"/>
                    <a:pt x="2147" y="2342"/>
                    <a:pt x="2277" y="2212"/>
                  </a:cubicBezTo>
                  <a:cubicBezTo>
                    <a:pt x="2537" y="1952"/>
                    <a:pt x="2537" y="1497"/>
                    <a:pt x="2277" y="1237"/>
                  </a:cubicBezTo>
                  <a:lnTo>
                    <a:pt x="1236" y="196"/>
                  </a:lnTo>
                  <a:cubicBezTo>
                    <a:pt x="1106" y="66"/>
                    <a:pt x="927" y="1"/>
                    <a:pt x="7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066;p45">
              <a:extLst>
                <a:ext uri="{FF2B5EF4-FFF2-40B4-BE49-F238E27FC236}">
                  <a16:creationId xmlns:a16="http://schemas.microsoft.com/office/drawing/2014/main" id="{123F97C0-07DC-BC13-EE19-519F0AB855A0}"/>
                </a:ext>
              </a:extLst>
            </p:cNvPr>
            <p:cNvSpPr/>
            <p:nvPr/>
          </p:nvSpPr>
          <p:spPr>
            <a:xfrm>
              <a:off x="1989340" y="1886025"/>
              <a:ext cx="36076" cy="147912"/>
            </a:xfrm>
            <a:custGeom>
              <a:avLst/>
              <a:gdLst/>
              <a:ahLst/>
              <a:cxnLst/>
              <a:rect l="l" t="t" r="r" b="b"/>
              <a:pathLst>
                <a:path w="1822" h="7513" extrusionOk="0">
                  <a:moveTo>
                    <a:pt x="1415" y="0"/>
                  </a:moveTo>
                  <a:cubicBezTo>
                    <a:pt x="1326" y="0"/>
                    <a:pt x="1236" y="33"/>
                    <a:pt x="1171" y="98"/>
                  </a:cubicBezTo>
                  <a:lnTo>
                    <a:pt x="456" y="846"/>
                  </a:lnTo>
                  <a:cubicBezTo>
                    <a:pt x="163" y="1139"/>
                    <a:pt x="1" y="1496"/>
                    <a:pt x="1" y="1919"/>
                  </a:cubicBezTo>
                  <a:lnTo>
                    <a:pt x="1" y="7155"/>
                  </a:lnTo>
                  <a:cubicBezTo>
                    <a:pt x="1" y="7350"/>
                    <a:pt x="163" y="7512"/>
                    <a:pt x="358" y="7512"/>
                  </a:cubicBezTo>
                  <a:cubicBezTo>
                    <a:pt x="554" y="7512"/>
                    <a:pt x="716" y="7350"/>
                    <a:pt x="716" y="7155"/>
                  </a:cubicBezTo>
                  <a:lnTo>
                    <a:pt x="716" y="1919"/>
                  </a:lnTo>
                  <a:cubicBezTo>
                    <a:pt x="716" y="1691"/>
                    <a:pt x="781" y="1496"/>
                    <a:pt x="944" y="1334"/>
                  </a:cubicBezTo>
                  <a:lnTo>
                    <a:pt x="1659" y="618"/>
                  </a:lnTo>
                  <a:cubicBezTo>
                    <a:pt x="1822" y="456"/>
                    <a:pt x="1822" y="261"/>
                    <a:pt x="1659" y="98"/>
                  </a:cubicBezTo>
                  <a:cubicBezTo>
                    <a:pt x="1594" y="33"/>
                    <a:pt x="1505" y="0"/>
                    <a:pt x="14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067;p45">
              <a:extLst>
                <a:ext uri="{FF2B5EF4-FFF2-40B4-BE49-F238E27FC236}">
                  <a16:creationId xmlns:a16="http://schemas.microsoft.com/office/drawing/2014/main" id="{09ED71C3-938F-E8C1-2359-FA03C4D67A30}"/>
                </a:ext>
              </a:extLst>
            </p:cNvPr>
            <p:cNvSpPr/>
            <p:nvPr/>
          </p:nvSpPr>
          <p:spPr>
            <a:xfrm>
              <a:off x="2011872" y="1849524"/>
              <a:ext cx="50886" cy="47408"/>
            </a:xfrm>
            <a:custGeom>
              <a:avLst/>
              <a:gdLst/>
              <a:ahLst/>
              <a:cxnLst/>
              <a:rect l="l" t="t" r="r" b="b"/>
              <a:pathLst>
                <a:path w="2570" h="2408" extrusionOk="0">
                  <a:moveTo>
                    <a:pt x="1806" y="1"/>
                  </a:moveTo>
                  <a:cubicBezTo>
                    <a:pt x="1627" y="1"/>
                    <a:pt x="1448" y="66"/>
                    <a:pt x="1302" y="196"/>
                  </a:cubicBezTo>
                  <a:lnTo>
                    <a:pt x="294" y="1237"/>
                  </a:lnTo>
                  <a:cubicBezTo>
                    <a:pt x="1" y="1497"/>
                    <a:pt x="1" y="1952"/>
                    <a:pt x="294" y="2212"/>
                  </a:cubicBezTo>
                  <a:cubicBezTo>
                    <a:pt x="424" y="2342"/>
                    <a:pt x="602" y="2407"/>
                    <a:pt x="781" y="2407"/>
                  </a:cubicBezTo>
                  <a:cubicBezTo>
                    <a:pt x="960" y="2407"/>
                    <a:pt x="1139" y="2342"/>
                    <a:pt x="1269" y="2212"/>
                  </a:cubicBezTo>
                  <a:lnTo>
                    <a:pt x="2310" y="1172"/>
                  </a:lnTo>
                  <a:cubicBezTo>
                    <a:pt x="2570" y="911"/>
                    <a:pt x="2570" y="456"/>
                    <a:pt x="2310" y="196"/>
                  </a:cubicBezTo>
                  <a:cubicBezTo>
                    <a:pt x="2163" y="66"/>
                    <a:pt x="1985" y="1"/>
                    <a:pt x="18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068;p45">
              <a:extLst>
                <a:ext uri="{FF2B5EF4-FFF2-40B4-BE49-F238E27FC236}">
                  <a16:creationId xmlns:a16="http://schemas.microsoft.com/office/drawing/2014/main" id="{DF541834-7EF5-CECF-A2C2-BC1F5E482C86}"/>
                </a:ext>
              </a:extLst>
            </p:cNvPr>
            <p:cNvSpPr/>
            <p:nvPr/>
          </p:nvSpPr>
          <p:spPr>
            <a:xfrm>
              <a:off x="2033771" y="1857222"/>
              <a:ext cx="281398" cy="156220"/>
            </a:xfrm>
            <a:custGeom>
              <a:avLst/>
              <a:gdLst/>
              <a:ahLst/>
              <a:cxnLst/>
              <a:rect l="l" t="t" r="r" b="b"/>
              <a:pathLst>
                <a:path w="14212" h="7935" extrusionOk="0">
                  <a:moveTo>
                    <a:pt x="5724" y="0"/>
                  </a:moveTo>
                  <a:lnTo>
                    <a:pt x="5724" y="520"/>
                  </a:lnTo>
                  <a:cubicBezTo>
                    <a:pt x="5724" y="943"/>
                    <a:pt x="5431" y="1333"/>
                    <a:pt x="5009" y="1463"/>
                  </a:cubicBezTo>
                  <a:lnTo>
                    <a:pt x="2862" y="2081"/>
                  </a:lnTo>
                  <a:cubicBezTo>
                    <a:pt x="1204" y="2407"/>
                    <a:pt x="1" y="3837"/>
                    <a:pt x="1" y="5528"/>
                  </a:cubicBezTo>
                  <a:lnTo>
                    <a:pt x="1" y="7935"/>
                  </a:lnTo>
                  <a:lnTo>
                    <a:pt x="4813" y="7935"/>
                  </a:lnTo>
                  <a:lnTo>
                    <a:pt x="7090" y="7219"/>
                  </a:lnTo>
                  <a:lnTo>
                    <a:pt x="9366" y="7935"/>
                  </a:lnTo>
                  <a:lnTo>
                    <a:pt x="14212" y="7935"/>
                  </a:lnTo>
                  <a:lnTo>
                    <a:pt x="14212" y="5528"/>
                  </a:lnTo>
                  <a:cubicBezTo>
                    <a:pt x="14212" y="3837"/>
                    <a:pt x="13008" y="2407"/>
                    <a:pt x="11350" y="2081"/>
                  </a:cubicBezTo>
                  <a:lnTo>
                    <a:pt x="9334" y="1496"/>
                  </a:lnTo>
                  <a:lnTo>
                    <a:pt x="9171" y="1496"/>
                  </a:lnTo>
                  <a:cubicBezTo>
                    <a:pt x="8748" y="1366"/>
                    <a:pt x="8456" y="1008"/>
                    <a:pt x="8456" y="585"/>
                  </a:cubicBezTo>
                  <a:lnTo>
                    <a:pt x="8391" y="33"/>
                  </a:lnTo>
                  <a:lnTo>
                    <a:pt x="572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069;p45">
              <a:extLst>
                <a:ext uri="{FF2B5EF4-FFF2-40B4-BE49-F238E27FC236}">
                  <a16:creationId xmlns:a16="http://schemas.microsoft.com/office/drawing/2014/main" id="{D7096362-517F-A281-A34C-1E65D06408B4}"/>
                </a:ext>
              </a:extLst>
            </p:cNvPr>
            <p:cNvSpPr/>
            <p:nvPr/>
          </p:nvSpPr>
          <p:spPr>
            <a:xfrm>
              <a:off x="2174133" y="1857222"/>
              <a:ext cx="141035" cy="156220"/>
            </a:xfrm>
            <a:custGeom>
              <a:avLst/>
              <a:gdLst/>
              <a:ahLst/>
              <a:cxnLst/>
              <a:rect l="l" t="t" r="r" b="b"/>
              <a:pathLst>
                <a:path w="7123" h="7935" extrusionOk="0">
                  <a:moveTo>
                    <a:pt x="1" y="0"/>
                  </a:moveTo>
                  <a:lnTo>
                    <a:pt x="1" y="1203"/>
                  </a:lnTo>
                  <a:cubicBezTo>
                    <a:pt x="1" y="1659"/>
                    <a:pt x="293" y="2049"/>
                    <a:pt x="716" y="2179"/>
                  </a:cubicBezTo>
                  <a:lnTo>
                    <a:pt x="2863" y="2764"/>
                  </a:lnTo>
                  <a:cubicBezTo>
                    <a:pt x="4521" y="3089"/>
                    <a:pt x="5724" y="4553"/>
                    <a:pt x="5724" y="6244"/>
                  </a:cubicBezTo>
                  <a:lnTo>
                    <a:pt x="5724" y="7935"/>
                  </a:lnTo>
                  <a:lnTo>
                    <a:pt x="7123" y="7935"/>
                  </a:lnTo>
                  <a:lnTo>
                    <a:pt x="7123" y="5528"/>
                  </a:lnTo>
                  <a:cubicBezTo>
                    <a:pt x="7123" y="3837"/>
                    <a:pt x="5919" y="2407"/>
                    <a:pt x="4261" y="2081"/>
                  </a:cubicBezTo>
                  <a:lnTo>
                    <a:pt x="2245" y="1496"/>
                  </a:lnTo>
                  <a:lnTo>
                    <a:pt x="1985" y="1496"/>
                  </a:lnTo>
                  <a:cubicBezTo>
                    <a:pt x="1529" y="1366"/>
                    <a:pt x="1302" y="1008"/>
                    <a:pt x="1302" y="553"/>
                  </a:cubicBezTo>
                  <a:lnTo>
                    <a:pt x="1269" y="13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070;p45">
              <a:extLst>
                <a:ext uri="{FF2B5EF4-FFF2-40B4-BE49-F238E27FC236}">
                  <a16:creationId xmlns:a16="http://schemas.microsoft.com/office/drawing/2014/main" id="{ABDFD7BC-0D5B-3982-DC12-DA1B9A97C050}"/>
                </a:ext>
              </a:extLst>
            </p:cNvPr>
            <p:cNvSpPr/>
            <p:nvPr/>
          </p:nvSpPr>
          <p:spPr>
            <a:xfrm>
              <a:off x="2130356" y="1886655"/>
              <a:ext cx="88229" cy="126788"/>
            </a:xfrm>
            <a:custGeom>
              <a:avLst/>
              <a:gdLst/>
              <a:ahLst/>
              <a:cxnLst/>
              <a:rect l="l" t="t" r="r" b="b"/>
              <a:pathLst>
                <a:path w="4456" h="6440" extrusionOk="0">
                  <a:moveTo>
                    <a:pt x="0" y="1"/>
                  </a:moveTo>
                  <a:lnTo>
                    <a:pt x="553" y="6440"/>
                  </a:lnTo>
                  <a:lnTo>
                    <a:pt x="3903" y="6440"/>
                  </a:lnTo>
                  <a:lnTo>
                    <a:pt x="445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071;p45">
              <a:extLst>
                <a:ext uri="{FF2B5EF4-FFF2-40B4-BE49-F238E27FC236}">
                  <a16:creationId xmlns:a16="http://schemas.microsoft.com/office/drawing/2014/main" id="{6AC926AE-C764-7805-8F8E-A083DA58C7DB}"/>
                </a:ext>
              </a:extLst>
            </p:cNvPr>
            <p:cNvSpPr/>
            <p:nvPr/>
          </p:nvSpPr>
          <p:spPr>
            <a:xfrm>
              <a:off x="2174787" y="1886655"/>
              <a:ext cx="43798" cy="20514"/>
            </a:xfrm>
            <a:custGeom>
              <a:avLst/>
              <a:gdLst/>
              <a:ahLst/>
              <a:cxnLst/>
              <a:rect l="l" t="t" r="r" b="b"/>
              <a:pathLst>
                <a:path w="2212" h="1042" extrusionOk="0">
                  <a:moveTo>
                    <a:pt x="0" y="1"/>
                  </a:moveTo>
                  <a:cubicBezTo>
                    <a:pt x="98" y="326"/>
                    <a:pt x="358" y="586"/>
                    <a:pt x="683" y="684"/>
                  </a:cubicBezTo>
                  <a:lnTo>
                    <a:pt x="2017" y="1042"/>
                  </a:lnTo>
                  <a:lnTo>
                    <a:pt x="2212" y="1"/>
                  </a:lnTo>
                  <a:close/>
                </a:path>
              </a:pathLst>
            </a:custGeom>
            <a:solidFill>
              <a:srgbClr val="F3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072;p45">
              <a:extLst>
                <a:ext uri="{FF2B5EF4-FFF2-40B4-BE49-F238E27FC236}">
                  <a16:creationId xmlns:a16="http://schemas.microsoft.com/office/drawing/2014/main" id="{C91E4FF8-3892-E792-979D-F75B90920A13}"/>
                </a:ext>
              </a:extLst>
            </p:cNvPr>
            <p:cNvSpPr/>
            <p:nvPr/>
          </p:nvSpPr>
          <p:spPr>
            <a:xfrm>
              <a:off x="2130356" y="1857222"/>
              <a:ext cx="88229" cy="50597"/>
            </a:xfrm>
            <a:custGeom>
              <a:avLst/>
              <a:gdLst/>
              <a:ahLst/>
              <a:cxnLst/>
              <a:rect l="l" t="t" r="r" b="b"/>
              <a:pathLst>
                <a:path w="4456" h="2570" extrusionOk="0">
                  <a:moveTo>
                    <a:pt x="846" y="0"/>
                  </a:moveTo>
                  <a:lnTo>
                    <a:pt x="846" y="520"/>
                  </a:lnTo>
                  <a:cubicBezTo>
                    <a:pt x="846" y="976"/>
                    <a:pt x="553" y="1366"/>
                    <a:pt x="131" y="1463"/>
                  </a:cubicBezTo>
                  <a:lnTo>
                    <a:pt x="0" y="1496"/>
                  </a:lnTo>
                  <a:cubicBezTo>
                    <a:pt x="521" y="2146"/>
                    <a:pt x="1334" y="2569"/>
                    <a:pt x="2212" y="2569"/>
                  </a:cubicBezTo>
                  <a:cubicBezTo>
                    <a:pt x="3122" y="2569"/>
                    <a:pt x="3935" y="2146"/>
                    <a:pt x="4456" y="1496"/>
                  </a:cubicBezTo>
                  <a:lnTo>
                    <a:pt x="4228" y="1496"/>
                  </a:lnTo>
                  <a:cubicBezTo>
                    <a:pt x="3805" y="1366"/>
                    <a:pt x="3513" y="1008"/>
                    <a:pt x="3513" y="553"/>
                  </a:cubicBezTo>
                  <a:lnTo>
                    <a:pt x="3513" y="33"/>
                  </a:lnTo>
                  <a:lnTo>
                    <a:pt x="846" y="0"/>
                  </a:lnTo>
                  <a:close/>
                </a:path>
              </a:pathLst>
            </a:custGeom>
            <a:solidFill>
              <a:srgbClr val="C387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073;p45">
              <a:extLst>
                <a:ext uri="{FF2B5EF4-FFF2-40B4-BE49-F238E27FC236}">
                  <a16:creationId xmlns:a16="http://schemas.microsoft.com/office/drawing/2014/main" id="{C1DA4CDB-2E15-B67B-9875-7A9C43CC6F9F}"/>
                </a:ext>
              </a:extLst>
            </p:cNvPr>
            <p:cNvSpPr/>
            <p:nvPr/>
          </p:nvSpPr>
          <p:spPr>
            <a:xfrm>
              <a:off x="2174133" y="1857222"/>
              <a:ext cx="44451" cy="45458"/>
            </a:xfrm>
            <a:custGeom>
              <a:avLst/>
              <a:gdLst/>
              <a:ahLst/>
              <a:cxnLst/>
              <a:rect l="l" t="t" r="r" b="b"/>
              <a:pathLst>
                <a:path w="2245" h="2309" extrusionOk="0">
                  <a:moveTo>
                    <a:pt x="1" y="0"/>
                  </a:moveTo>
                  <a:lnTo>
                    <a:pt x="1" y="1203"/>
                  </a:lnTo>
                  <a:cubicBezTo>
                    <a:pt x="1" y="1659"/>
                    <a:pt x="293" y="2049"/>
                    <a:pt x="716" y="2179"/>
                  </a:cubicBezTo>
                  <a:lnTo>
                    <a:pt x="1204" y="2309"/>
                  </a:lnTo>
                  <a:cubicBezTo>
                    <a:pt x="1627" y="2114"/>
                    <a:pt x="1952" y="1854"/>
                    <a:pt x="2245" y="1496"/>
                  </a:cubicBezTo>
                  <a:lnTo>
                    <a:pt x="2115" y="1463"/>
                  </a:lnTo>
                  <a:cubicBezTo>
                    <a:pt x="1985" y="1431"/>
                    <a:pt x="1854" y="1366"/>
                    <a:pt x="1757" y="1268"/>
                  </a:cubicBezTo>
                  <a:cubicBezTo>
                    <a:pt x="1529" y="1106"/>
                    <a:pt x="1399" y="813"/>
                    <a:pt x="1399" y="520"/>
                  </a:cubicBezTo>
                  <a:lnTo>
                    <a:pt x="1399" y="0"/>
                  </a:lnTo>
                  <a:close/>
                </a:path>
              </a:pathLst>
            </a:custGeom>
            <a:solidFill>
              <a:srgbClr val="B46E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074;p45">
              <a:extLst>
                <a:ext uri="{FF2B5EF4-FFF2-40B4-BE49-F238E27FC236}">
                  <a16:creationId xmlns:a16="http://schemas.microsoft.com/office/drawing/2014/main" id="{3E5E45BF-07AA-DF54-719B-D84183FE970B}"/>
                </a:ext>
              </a:extLst>
            </p:cNvPr>
            <p:cNvSpPr/>
            <p:nvPr/>
          </p:nvSpPr>
          <p:spPr>
            <a:xfrm>
              <a:off x="2255907" y="1985900"/>
              <a:ext cx="14197" cy="33961"/>
            </a:xfrm>
            <a:custGeom>
              <a:avLst/>
              <a:gdLst/>
              <a:ahLst/>
              <a:cxnLst/>
              <a:rect l="l" t="t" r="r" b="b"/>
              <a:pathLst>
                <a:path w="717" h="1725" extrusionOk="0">
                  <a:moveTo>
                    <a:pt x="359" y="0"/>
                  </a:moveTo>
                  <a:cubicBezTo>
                    <a:pt x="163" y="0"/>
                    <a:pt x="1" y="163"/>
                    <a:pt x="1" y="326"/>
                  </a:cubicBezTo>
                  <a:lnTo>
                    <a:pt x="1" y="1399"/>
                  </a:lnTo>
                  <a:cubicBezTo>
                    <a:pt x="1" y="1594"/>
                    <a:pt x="163" y="1724"/>
                    <a:pt x="359" y="1724"/>
                  </a:cubicBezTo>
                  <a:cubicBezTo>
                    <a:pt x="554" y="1724"/>
                    <a:pt x="716" y="1594"/>
                    <a:pt x="716" y="1399"/>
                  </a:cubicBezTo>
                  <a:lnTo>
                    <a:pt x="716" y="326"/>
                  </a:lnTo>
                  <a:cubicBezTo>
                    <a:pt x="716" y="131"/>
                    <a:pt x="554" y="0"/>
                    <a:pt x="359" y="0"/>
                  </a:cubicBezTo>
                  <a:close/>
                </a:path>
              </a:pathLst>
            </a:custGeom>
            <a:solidFill>
              <a:srgbClr val="000000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075;p45">
              <a:extLst>
                <a:ext uri="{FF2B5EF4-FFF2-40B4-BE49-F238E27FC236}">
                  <a16:creationId xmlns:a16="http://schemas.microsoft.com/office/drawing/2014/main" id="{36BEBEDC-D11D-28FA-AFEB-B86F0882C295}"/>
                </a:ext>
              </a:extLst>
            </p:cNvPr>
            <p:cNvSpPr/>
            <p:nvPr/>
          </p:nvSpPr>
          <p:spPr>
            <a:xfrm>
              <a:off x="2078836" y="1985900"/>
              <a:ext cx="13543" cy="33961"/>
            </a:xfrm>
            <a:custGeom>
              <a:avLst/>
              <a:gdLst/>
              <a:ahLst/>
              <a:cxnLst/>
              <a:rect l="l" t="t" r="r" b="b"/>
              <a:pathLst>
                <a:path w="684" h="1725" extrusionOk="0">
                  <a:moveTo>
                    <a:pt x="359" y="0"/>
                  </a:moveTo>
                  <a:cubicBezTo>
                    <a:pt x="164" y="0"/>
                    <a:pt x="1" y="163"/>
                    <a:pt x="1" y="326"/>
                  </a:cubicBezTo>
                  <a:lnTo>
                    <a:pt x="1" y="1399"/>
                  </a:lnTo>
                  <a:cubicBezTo>
                    <a:pt x="1" y="1594"/>
                    <a:pt x="131" y="1724"/>
                    <a:pt x="359" y="1724"/>
                  </a:cubicBezTo>
                  <a:cubicBezTo>
                    <a:pt x="554" y="1724"/>
                    <a:pt x="684" y="1594"/>
                    <a:pt x="684" y="1399"/>
                  </a:cubicBezTo>
                  <a:lnTo>
                    <a:pt x="684" y="326"/>
                  </a:lnTo>
                  <a:cubicBezTo>
                    <a:pt x="684" y="131"/>
                    <a:pt x="554" y="0"/>
                    <a:pt x="359" y="0"/>
                  </a:cubicBezTo>
                  <a:close/>
                </a:path>
              </a:pathLst>
            </a:custGeom>
            <a:solidFill>
              <a:srgbClr val="000000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076;p45">
              <a:extLst>
                <a:ext uri="{FF2B5EF4-FFF2-40B4-BE49-F238E27FC236}">
                  <a16:creationId xmlns:a16="http://schemas.microsoft.com/office/drawing/2014/main" id="{58428A71-F631-CF2E-2337-A62F322C3315}"/>
                </a:ext>
              </a:extLst>
            </p:cNvPr>
            <p:cNvSpPr/>
            <p:nvPr/>
          </p:nvSpPr>
          <p:spPr>
            <a:xfrm>
              <a:off x="2084004" y="1771424"/>
              <a:ext cx="41857" cy="42269"/>
            </a:xfrm>
            <a:custGeom>
              <a:avLst/>
              <a:gdLst/>
              <a:ahLst/>
              <a:cxnLst/>
              <a:rect l="l" t="t" r="r" b="b"/>
              <a:pathLst>
                <a:path w="2114" h="2147" extrusionOk="0">
                  <a:moveTo>
                    <a:pt x="1106" y="0"/>
                  </a:moveTo>
                  <a:cubicBezTo>
                    <a:pt x="488" y="0"/>
                    <a:pt x="0" y="488"/>
                    <a:pt x="0" y="1074"/>
                  </a:cubicBezTo>
                  <a:cubicBezTo>
                    <a:pt x="0" y="1659"/>
                    <a:pt x="488" y="2147"/>
                    <a:pt x="1106" y="2147"/>
                  </a:cubicBezTo>
                  <a:lnTo>
                    <a:pt x="2114" y="2147"/>
                  </a:lnTo>
                  <a:lnTo>
                    <a:pt x="2114" y="0"/>
                  </a:lnTo>
                  <a:close/>
                </a:path>
              </a:pathLst>
            </a:custGeom>
            <a:solidFill>
              <a:srgbClr val="B46E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077;p45">
              <a:extLst>
                <a:ext uri="{FF2B5EF4-FFF2-40B4-BE49-F238E27FC236}">
                  <a16:creationId xmlns:a16="http://schemas.microsoft.com/office/drawing/2014/main" id="{2A75BA1D-59DB-BE10-6769-93CCCF2E533F}"/>
                </a:ext>
              </a:extLst>
            </p:cNvPr>
            <p:cNvSpPr/>
            <p:nvPr/>
          </p:nvSpPr>
          <p:spPr>
            <a:xfrm>
              <a:off x="2223079" y="1771424"/>
              <a:ext cx="41224" cy="42269"/>
            </a:xfrm>
            <a:custGeom>
              <a:avLst/>
              <a:gdLst/>
              <a:ahLst/>
              <a:cxnLst/>
              <a:rect l="l" t="t" r="r" b="b"/>
              <a:pathLst>
                <a:path w="2082" h="2147" extrusionOk="0">
                  <a:moveTo>
                    <a:pt x="0" y="0"/>
                  </a:moveTo>
                  <a:lnTo>
                    <a:pt x="0" y="2147"/>
                  </a:lnTo>
                  <a:lnTo>
                    <a:pt x="1008" y="2147"/>
                  </a:lnTo>
                  <a:cubicBezTo>
                    <a:pt x="1594" y="2147"/>
                    <a:pt x="2082" y="1659"/>
                    <a:pt x="2082" y="1074"/>
                  </a:cubicBezTo>
                  <a:cubicBezTo>
                    <a:pt x="2082" y="488"/>
                    <a:pt x="1594" y="0"/>
                    <a:pt x="1008" y="0"/>
                  </a:cubicBezTo>
                  <a:close/>
                </a:path>
              </a:pathLst>
            </a:custGeom>
            <a:solidFill>
              <a:srgbClr val="C387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078;p45">
              <a:extLst>
                <a:ext uri="{FF2B5EF4-FFF2-40B4-BE49-F238E27FC236}">
                  <a16:creationId xmlns:a16="http://schemas.microsoft.com/office/drawing/2014/main" id="{52103AE6-1A93-FD1B-5D23-B64F3E32B0E6}"/>
                </a:ext>
              </a:extLst>
            </p:cNvPr>
            <p:cNvSpPr/>
            <p:nvPr/>
          </p:nvSpPr>
          <p:spPr>
            <a:xfrm>
              <a:off x="2111684" y="1681157"/>
              <a:ext cx="124938" cy="108203"/>
            </a:xfrm>
            <a:custGeom>
              <a:avLst/>
              <a:gdLst/>
              <a:ahLst/>
              <a:cxnLst/>
              <a:rect l="l" t="t" r="r" b="b"/>
              <a:pathLst>
                <a:path w="6310" h="5496" extrusionOk="0">
                  <a:moveTo>
                    <a:pt x="1399" y="0"/>
                  </a:moveTo>
                  <a:cubicBezTo>
                    <a:pt x="651" y="0"/>
                    <a:pt x="0" y="618"/>
                    <a:pt x="0" y="1399"/>
                  </a:cubicBezTo>
                  <a:lnTo>
                    <a:pt x="0" y="5496"/>
                  </a:lnTo>
                  <a:lnTo>
                    <a:pt x="6309" y="5496"/>
                  </a:lnTo>
                  <a:lnTo>
                    <a:pt x="6309" y="1399"/>
                  </a:lnTo>
                  <a:cubicBezTo>
                    <a:pt x="6309" y="618"/>
                    <a:pt x="5691" y="0"/>
                    <a:pt x="49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079;p45">
              <a:extLst>
                <a:ext uri="{FF2B5EF4-FFF2-40B4-BE49-F238E27FC236}">
                  <a16:creationId xmlns:a16="http://schemas.microsoft.com/office/drawing/2014/main" id="{827CBC23-EAA5-245B-1BC6-AA70B8E31BD3}"/>
                </a:ext>
              </a:extLst>
            </p:cNvPr>
            <p:cNvSpPr/>
            <p:nvPr/>
          </p:nvSpPr>
          <p:spPr>
            <a:xfrm>
              <a:off x="2181222" y="1681157"/>
              <a:ext cx="55400" cy="107572"/>
            </a:xfrm>
            <a:custGeom>
              <a:avLst/>
              <a:gdLst/>
              <a:ahLst/>
              <a:cxnLst/>
              <a:rect l="l" t="t" r="r" b="b"/>
              <a:pathLst>
                <a:path w="2798" h="5464" extrusionOk="0">
                  <a:moveTo>
                    <a:pt x="1" y="0"/>
                  </a:moveTo>
                  <a:cubicBezTo>
                    <a:pt x="781" y="0"/>
                    <a:pt x="1399" y="618"/>
                    <a:pt x="1399" y="1399"/>
                  </a:cubicBezTo>
                  <a:lnTo>
                    <a:pt x="1399" y="5463"/>
                  </a:lnTo>
                  <a:lnTo>
                    <a:pt x="2797" y="4585"/>
                  </a:lnTo>
                  <a:lnTo>
                    <a:pt x="2797" y="1399"/>
                  </a:lnTo>
                  <a:cubicBezTo>
                    <a:pt x="2797" y="651"/>
                    <a:pt x="2179" y="0"/>
                    <a:pt x="1399" y="0"/>
                  </a:cubicBezTo>
                  <a:close/>
                </a:path>
              </a:pathLst>
            </a:custGeom>
            <a:solidFill>
              <a:srgbClr val="000000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080;p45">
              <a:extLst>
                <a:ext uri="{FF2B5EF4-FFF2-40B4-BE49-F238E27FC236}">
                  <a16:creationId xmlns:a16="http://schemas.microsoft.com/office/drawing/2014/main" id="{18A4E4D2-E41C-9D8F-6F63-BAB5409B1B6B}"/>
                </a:ext>
              </a:extLst>
            </p:cNvPr>
            <p:cNvSpPr/>
            <p:nvPr/>
          </p:nvSpPr>
          <p:spPr>
            <a:xfrm>
              <a:off x="2111684" y="1750043"/>
              <a:ext cx="124938" cy="114916"/>
            </a:xfrm>
            <a:custGeom>
              <a:avLst/>
              <a:gdLst/>
              <a:ahLst/>
              <a:cxnLst/>
              <a:rect l="l" t="t" r="r" b="b"/>
              <a:pathLst>
                <a:path w="6310" h="5837" extrusionOk="0">
                  <a:moveTo>
                    <a:pt x="4311" y="0"/>
                  </a:moveTo>
                  <a:cubicBezTo>
                    <a:pt x="4267" y="0"/>
                    <a:pt x="4225" y="17"/>
                    <a:pt x="4195" y="46"/>
                  </a:cubicBezTo>
                  <a:cubicBezTo>
                    <a:pt x="3838" y="338"/>
                    <a:pt x="3252" y="761"/>
                    <a:pt x="2472" y="1021"/>
                  </a:cubicBezTo>
                  <a:cubicBezTo>
                    <a:pt x="1979" y="1166"/>
                    <a:pt x="1518" y="1214"/>
                    <a:pt x="1121" y="1214"/>
                  </a:cubicBezTo>
                  <a:cubicBezTo>
                    <a:pt x="628" y="1214"/>
                    <a:pt x="235" y="1140"/>
                    <a:pt x="0" y="1086"/>
                  </a:cubicBezTo>
                  <a:lnTo>
                    <a:pt x="0" y="2842"/>
                  </a:lnTo>
                  <a:cubicBezTo>
                    <a:pt x="0" y="4078"/>
                    <a:pt x="716" y="5151"/>
                    <a:pt x="1789" y="5672"/>
                  </a:cubicBezTo>
                  <a:cubicBezTo>
                    <a:pt x="2106" y="5818"/>
                    <a:pt x="2716" y="5836"/>
                    <a:pt x="3001" y="5836"/>
                  </a:cubicBezTo>
                  <a:cubicBezTo>
                    <a:pt x="3096" y="5836"/>
                    <a:pt x="3155" y="5834"/>
                    <a:pt x="3155" y="5834"/>
                  </a:cubicBezTo>
                  <a:cubicBezTo>
                    <a:pt x="3285" y="5834"/>
                    <a:pt x="3411" y="5836"/>
                    <a:pt x="3533" y="5836"/>
                  </a:cubicBezTo>
                  <a:cubicBezTo>
                    <a:pt x="3901" y="5836"/>
                    <a:pt x="4236" y="5818"/>
                    <a:pt x="4553" y="5672"/>
                  </a:cubicBezTo>
                  <a:cubicBezTo>
                    <a:pt x="5594" y="5151"/>
                    <a:pt x="6309" y="4078"/>
                    <a:pt x="6309" y="2842"/>
                  </a:cubicBezTo>
                  <a:lnTo>
                    <a:pt x="6309" y="1086"/>
                  </a:lnTo>
                  <a:cubicBezTo>
                    <a:pt x="6147" y="1086"/>
                    <a:pt x="5626" y="1086"/>
                    <a:pt x="5106" y="761"/>
                  </a:cubicBezTo>
                  <a:cubicBezTo>
                    <a:pt x="4781" y="534"/>
                    <a:pt x="4586" y="273"/>
                    <a:pt x="4456" y="78"/>
                  </a:cubicBezTo>
                  <a:cubicBezTo>
                    <a:pt x="4420" y="25"/>
                    <a:pt x="4364" y="0"/>
                    <a:pt x="4311" y="0"/>
                  </a:cubicBezTo>
                  <a:close/>
                </a:path>
              </a:pathLst>
            </a:custGeom>
            <a:solidFill>
              <a:srgbClr val="C387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081;p45">
              <a:extLst>
                <a:ext uri="{FF2B5EF4-FFF2-40B4-BE49-F238E27FC236}">
                  <a16:creationId xmlns:a16="http://schemas.microsoft.com/office/drawing/2014/main" id="{FB783676-27F6-E350-ED4B-EF26348E099A}"/>
                </a:ext>
              </a:extLst>
            </p:cNvPr>
            <p:cNvSpPr/>
            <p:nvPr/>
          </p:nvSpPr>
          <p:spPr>
            <a:xfrm>
              <a:off x="2147087" y="1761817"/>
              <a:ext cx="89536" cy="106293"/>
            </a:xfrm>
            <a:custGeom>
              <a:avLst/>
              <a:gdLst/>
              <a:ahLst/>
              <a:cxnLst/>
              <a:rect l="l" t="t" r="r" b="b"/>
              <a:pathLst>
                <a:path w="4522" h="5399" extrusionOk="0">
                  <a:moveTo>
                    <a:pt x="3123" y="1"/>
                  </a:moveTo>
                  <a:lnTo>
                    <a:pt x="3123" y="2244"/>
                  </a:lnTo>
                  <a:cubicBezTo>
                    <a:pt x="3123" y="2440"/>
                    <a:pt x="3155" y="3415"/>
                    <a:pt x="2440" y="4228"/>
                  </a:cubicBezTo>
                  <a:cubicBezTo>
                    <a:pt x="1754" y="4985"/>
                    <a:pt x="845" y="5088"/>
                    <a:pt x="350" y="5088"/>
                  </a:cubicBezTo>
                  <a:cubicBezTo>
                    <a:pt x="164" y="5088"/>
                    <a:pt x="36" y="5074"/>
                    <a:pt x="1" y="5074"/>
                  </a:cubicBezTo>
                  <a:cubicBezTo>
                    <a:pt x="261" y="5204"/>
                    <a:pt x="619" y="5334"/>
                    <a:pt x="1042" y="5366"/>
                  </a:cubicBezTo>
                  <a:cubicBezTo>
                    <a:pt x="1139" y="5366"/>
                    <a:pt x="1269" y="5399"/>
                    <a:pt x="1367" y="5399"/>
                  </a:cubicBezTo>
                  <a:cubicBezTo>
                    <a:pt x="3123" y="5399"/>
                    <a:pt x="4521" y="3968"/>
                    <a:pt x="4521" y="2244"/>
                  </a:cubicBezTo>
                  <a:lnTo>
                    <a:pt x="4521" y="488"/>
                  </a:lnTo>
                  <a:cubicBezTo>
                    <a:pt x="4359" y="488"/>
                    <a:pt x="3838" y="488"/>
                    <a:pt x="3318" y="163"/>
                  </a:cubicBezTo>
                  <a:cubicBezTo>
                    <a:pt x="3253" y="131"/>
                    <a:pt x="3188" y="66"/>
                    <a:pt x="3123" y="1"/>
                  </a:cubicBezTo>
                  <a:close/>
                </a:path>
              </a:pathLst>
            </a:custGeom>
            <a:solidFill>
              <a:srgbClr val="B46E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082;p45">
              <a:extLst>
                <a:ext uri="{FF2B5EF4-FFF2-40B4-BE49-F238E27FC236}">
                  <a16:creationId xmlns:a16="http://schemas.microsoft.com/office/drawing/2014/main" id="{0ABD7D6B-CDB6-4A96-4F5F-24AF6EE01756}"/>
                </a:ext>
              </a:extLst>
            </p:cNvPr>
            <p:cNvSpPr/>
            <p:nvPr/>
          </p:nvSpPr>
          <p:spPr>
            <a:xfrm>
              <a:off x="2193458" y="1886655"/>
              <a:ext cx="57321" cy="126788"/>
            </a:xfrm>
            <a:custGeom>
              <a:avLst/>
              <a:gdLst/>
              <a:ahLst/>
              <a:cxnLst/>
              <a:rect l="l" t="t" r="r" b="b"/>
              <a:pathLst>
                <a:path w="2895" h="6440" extrusionOk="0">
                  <a:moveTo>
                    <a:pt x="1269" y="1"/>
                  </a:moveTo>
                  <a:lnTo>
                    <a:pt x="0" y="6440"/>
                  </a:lnTo>
                  <a:lnTo>
                    <a:pt x="1301" y="6440"/>
                  </a:lnTo>
                  <a:lnTo>
                    <a:pt x="2830" y="3123"/>
                  </a:lnTo>
                  <a:cubicBezTo>
                    <a:pt x="2895" y="2993"/>
                    <a:pt x="2862" y="2830"/>
                    <a:pt x="2765" y="2733"/>
                  </a:cubicBezTo>
                  <a:lnTo>
                    <a:pt x="2407" y="2440"/>
                  </a:lnTo>
                  <a:cubicBezTo>
                    <a:pt x="2309" y="2375"/>
                    <a:pt x="2277" y="2212"/>
                    <a:pt x="2309" y="2082"/>
                  </a:cubicBezTo>
                  <a:lnTo>
                    <a:pt x="2862" y="456"/>
                  </a:lnTo>
                  <a:lnTo>
                    <a:pt x="126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083;p45">
              <a:extLst>
                <a:ext uri="{FF2B5EF4-FFF2-40B4-BE49-F238E27FC236}">
                  <a16:creationId xmlns:a16="http://schemas.microsoft.com/office/drawing/2014/main" id="{E22D5F07-31FB-DF5B-C43A-3ECFF9B34432}"/>
                </a:ext>
              </a:extLst>
            </p:cNvPr>
            <p:cNvSpPr/>
            <p:nvPr/>
          </p:nvSpPr>
          <p:spPr>
            <a:xfrm>
              <a:off x="2097507" y="1886655"/>
              <a:ext cx="57341" cy="126788"/>
            </a:xfrm>
            <a:custGeom>
              <a:avLst/>
              <a:gdLst/>
              <a:ahLst/>
              <a:cxnLst/>
              <a:rect l="l" t="t" r="r" b="b"/>
              <a:pathLst>
                <a:path w="2896" h="6440" extrusionOk="0">
                  <a:moveTo>
                    <a:pt x="1659" y="1"/>
                  </a:moveTo>
                  <a:lnTo>
                    <a:pt x="66" y="456"/>
                  </a:lnTo>
                  <a:lnTo>
                    <a:pt x="586" y="2082"/>
                  </a:lnTo>
                  <a:cubicBezTo>
                    <a:pt x="651" y="2212"/>
                    <a:pt x="586" y="2375"/>
                    <a:pt x="489" y="2440"/>
                  </a:cubicBezTo>
                  <a:lnTo>
                    <a:pt x="164" y="2733"/>
                  </a:lnTo>
                  <a:cubicBezTo>
                    <a:pt x="34" y="2830"/>
                    <a:pt x="1" y="2993"/>
                    <a:pt x="66" y="3123"/>
                  </a:cubicBezTo>
                  <a:lnTo>
                    <a:pt x="1594" y="6440"/>
                  </a:lnTo>
                  <a:lnTo>
                    <a:pt x="2895" y="6440"/>
                  </a:lnTo>
                  <a:lnTo>
                    <a:pt x="165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084;p45">
              <a:extLst>
                <a:ext uri="{FF2B5EF4-FFF2-40B4-BE49-F238E27FC236}">
                  <a16:creationId xmlns:a16="http://schemas.microsoft.com/office/drawing/2014/main" id="{BFFBA22D-CA39-4F14-B186-6397664AEDD5}"/>
                </a:ext>
              </a:extLst>
            </p:cNvPr>
            <p:cNvSpPr/>
            <p:nvPr/>
          </p:nvSpPr>
          <p:spPr>
            <a:xfrm>
              <a:off x="1999002" y="2039686"/>
              <a:ext cx="350302" cy="104363"/>
            </a:xfrm>
            <a:custGeom>
              <a:avLst/>
              <a:gdLst/>
              <a:ahLst/>
              <a:cxnLst/>
              <a:rect l="l" t="t" r="r" b="b"/>
              <a:pathLst>
                <a:path w="17692" h="5301" extrusionOk="0">
                  <a:moveTo>
                    <a:pt x="0" y="0"/>
                  </a:moveTo>
                  <a:lnTo>
                    <a:pt x="1431" y="5073"/>
                  </a:lnTo>
                  <a:cubicBezTo>
                    <a:pt x="1496" y="5203"/>
                    <a:pt x="1594" y="5301"/>
                    <a:pt x="1757" y="5301"/>
                  </a:cubicBezTo>
                  <a:lnTo>
                    <a:pt x="15968" y="5301"/>
                  </a:lnTo>
                  <a:cubicBezTo>
                    <a:pt x="16098" y="5301"/>
                    <a:pt x="16228" y="5203"/>
                    <a:pt x="16260" y="5073"/>
                  </a:cubicBezTo>
                  <a:lnTo>
                    <a:pt x="1769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085;p45">
              <a:extLst>
                <a:ext uri="{FF2B5EF4-FFF2-40B4-BE49-F238E27FC236}">
                  <a16:creationId xmlns:a16="http://schemas.microsoft.com/office/drawing/2014/main" id="{9374047F-3604-2D6D-317D-C713C1129412}"/>
                </a:ext>
              </a:extLst>
            </p:cNvPr>
            <p:cNvSpPr/>
            <p:nvPr/>
          </p:nvSpPr>
          <p:spPr>
            <a:xfrm>
              <a:off x="2287469" y="2039686"/>
              <a:ext cx="61835" cy="104363"/>
            </a:xfrm>
            <a:custGeom>
              <a:avLst/>
              <a:gdLst/>
              <a:ahLst/>
              <a:cxnLst/>
              <a:rect l="l" t="t" r="r" b="b"/>
              <a:pathLst>
                <a:path w="3123" h="5301" extrusionOk="0">
                  <a:moveTo>
                    <a:pt x="1724" y="0"/>
                  </a:moveTo>
                  <a:lnTo>
                    <a:pt x="293" y="5073"/>
                  </a:lnTo>
                  <a:cubicBezTo>
                    <a:pt x="260" y="5203"/>
                    <a:pt x="130" y="5301"/>
                    <a:pt x="0" y="5301"/>
                  </a:cubicBezTo>
                  <a:lnTo>
                    <a:pt x="1399" y="5301"/>
                  </a:lnTo>
                  <a:cubicBezTo>
                    <a:pt x="1529" y="5301"/>
                    <a:pt x="1659" y="5203"/>
                    <a:pt x="1691" y="5073"/>
                  </a:cubicBezTo>
                  <a:lnTo>
                    <a:pt x="3122" y="0"/>
                  </a:lnTo>
                  <a:close/>
                </a:path>
              </a:pathLst>
            </a:custGeom>
            <a:solidFill>
              <a:srgbClr val="000000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086;p45">
              <a:extLst>
                <a:ext uri="{FF2B5EF4-FFF2-40B4-BE49-F238E27FC236}">
                  <a16:creationId xmlns:a16="http://schemas.microsoft.com/office/drawing/2014/main" id="{083E9388-17B5-169D-F54A-E15D51749D1F}"/>
                </a:ext>
              </a:extLst>
            </p:cNvPr>
            <p:cNvSpPr/>
            <p:nvPr/>
          </p:nvSpPr>
          <p:spPr>
            <a:xfrm>
              <a:off x="1968748" y="2013423"/>
              <a:ext cx="411464" cy="53806"/>
            </a:xfrm>
            <a:custGeom>
              <a:avLst/>
              <a:gdLst/>
              <a:ahLst/>
              <a:cxnLst/>
              <a:rect l="l" t="t" r="r" b="b"/>
              <a:pathLst>
                <a:path w="20781" h="2733" extrusionOk="0">
                  <a:moveTo>
                    <a:pt x="683" y="1"/>
                  </a:moveTo>
                  <a:cubicBezTo>
                    <a:pt x="325" y="1"/>
                    <a:pt x="0" y="294"/>
                    <a:pt x="0" y="684"/>
                  </a:cubicBezTo>
                  <a:lnTo>
                    <a:pt x="0" y="2050"/>
                  </a:lnTo>
                  <a:cubicBezTo>
                    <a:pt x="0" y="2407"/>
                    <a:pt x="325" y="2732"/>
                    <a:pt x="683" y="2732"/>
                  </a:cubicBezTo>
                  <a:lnTo>
                    <a:pt x="20065" y="2732"/>
                  </a:lnTo>
                  <a:cubicBezTo>
                    <a:pt x="20455" y="2732"/>
                    <a:pt x="20780" y="2407"/>
                    <a:pt x="20780" y="2050"/>
                  </a:cubicBezTo>
                  <a:lnTo>
                    <a:pt x="20780" y="684"/>
                  </a:lnTo>
                  <a:cubicBezTo>
                    <a:pt x="20780" y="294"/>
                    <a:pt x="20455" y="1"/>
                    <a:pt x="200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087;p45">
              <a:extLst>
                <a:ext uri="{FF2B5EF4-FFF2-40B4-BE49-F238E27FC236}">
                  <a16:creationId xmlns:a16="http://schemas.microsoft.com/office/drawing/2014/main" id="{544F2370-76B7-A5F0-77DE-73CB5358317B}"/>
                </a:ext>
              </a:extLst>
            </p:cNvPr>
            <p:cNvSpPr/>
            <p:nvPr/>
          </p:nvSpPr>
          <p:spPr>
            <a:xfrm>
              <a:off x="2338335" y="2013423"/>
              <a:ext cx="41877" cy="53806"/>
            </a:xfrm>
            <a:custGeom>
              <a:avLst/>
              <a:gdLst/>
              <a:ahLst/>
              <a:cxnLst/>
              <a:rect l="l" t="t" r="r" b="b"/>
              <a:pathLst>
                <a:path w="2115" h="2733" extrusionOk="0">
                  <a:moveTo>
                    <a:pt x="0" y="1"/>
                  </a:moveTo>
                  <a:cubicBezTo>
                    <a:pt x="391" y="1"/>
                    <a:pt x="716" y="294"/>
                    <a:pt x="716" y="684"/>
                  </a:cubicBezTo>
                  <a:lnTo>
                    <a:pt x="716" y="2017"/>
                  </a:lnTo>
                  <a:cubicBezTo>
                    <a:pt x="716" y="2407"/>
                    <a:pt x="391" y="2732"/>
                    <a:pt x="0" y="2732"/>
                  </a:cubicBezTo>
                  <a:lnTo>
                    <a:pt x="1399" y="2732"/>
                  </a:lnTo>
                  <a:cubicBezTo>
                    <a:pt x="1789" y="2732"/>
                    <a:pt x="2114" y="2407"/>
                    <a:pt x="2114" y="2017"/>
                  </a:cubicBezTo>
                  <a:lnTo>
                    <a:pt x="2114" y="684"/>
                  </a:lnTo>
                  <a:cubicBezTo>
                    <a:pt x="2114" y="294"/>
                    <a:pt x="1789" y="1"/>
                    <a:pt x="1399" y="1"/>
                  </a:cubicBezTo>
                  <a:close/>
                </a:path>
              </a:pathLst>
            </a:custGeom>
            <a:solidFill>
              <a:srgbClr val="000000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" name="Google Shape;3026;p45">
            <a:extLst>
              <a:ext uri="{FF2B5EF4-FFF2-40B4-BE49-F238E27FC236}">
                <a16:creationId xmlns:a16="http://schemas.microsoft.com/office/drawing/2014/main" id="{A71FED52-AD2F-2F0A-0C6B-6266EBBBBDD1}"/>
              </a:ext>
            </a:extLst>
          </p:cNvPr>
          <p:cNvSpPr/>
          <p:nvPr/>
        </p:nvSpPr>
        <p:spPr>
          <a:xfrm>
            <a:off x="948635" y="2866243"/>
            <a:ext cx="260700" cy="260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015;p45">
            <a:extLst>
              <a:ext uri="{FF2B5EF4-FFF2-40B4-BE49-F238E27FC236}">
                <a16:creationId xmlns:a16="http://schemas.microsoft.com/office/drawing/2014/main" id="{58892541-AF28-1224-E2FF-3F1984520A31}"/>
              </a:ext>
            </a:extLst>
          </p:cNvPr>
          <p:cNvSpPr/>
          <p:nvPr/>
        </p:nvSpPr>
        <p:spPr>
          <a:xfrm rot="-2700000">
            <a:off x="1504935" y="2618211"/>
            <a:ext cx="753493" cy="75349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" name="Google Shape;3063;p45">
            <a:extLst>
              <a:ext uri="{FF2B5EF4-FFF2-40B4-BE49-F238E27FC236}">
                <a16:creationId xmlns:a16="http://schemas.microsoft.com/office/drawing/2014/main" id="{17DF916C-B801-27DF-56A9-9755E7556103}"/>
              </a:ext>
            </a:extLst>
          </p:cNvPr>
          <p:cNvGrpSpPr/>
          <p:nvPr/>
        </p:nvGrpSpPr>
        <p:grpSpPr>
          <a:xfrm>
            <a:off x="1676004" y="2763519"/>
            <a:ext cx="411464" cy="462893"/>
            <a:chOff x="1968748" y="1681157"/>
            <a:chExt cx="411464" cy="462893"/>
          </a:xfrm>
        </p:grpSpPr>
        <p:sp>
          <p:nvSpPr>
            <p:cNvPr id="33" name="Google Shape;3064;p45">
              <a:extLst>
                <a:ext uri="{FF2B5EF4-FFF2-40B4-BE49-F238E27FC236}">
                  <a16:creationId xmlns:a16="http://schemas.microsoft.com/office/drawing/2014/main" id="{C92CBB02-C03D-C929-02DA-1358276DCE4F}"/>
                </a:ext>
              </a:extLst>
            </p:cNvPr>
            <p:cNvSpPr/>
            <p:nvPr/>
          </p:nvSpPr>
          <p:spPr>
            <a:xfrm>
              <a:off x="2323524" y="1886025"/>
              <a:ext cx="35422" cy="147912"/>
            </a:xfrm>
            <a:custGeom>
              <a:avLst/>
              <a:gdLst/>
              <a:ahLst/>
              <a:cxnLst/>
              <a:rect l="l" t="t" r="r" b="b"/>
              <a:pathLst>
                <a:path w="1789" h="7513" extrusionOk="0">
                  <a:moveTo>
                    <a:pt x="391" y="0"/>
                  </a:moveTo>
                  <a:cubicBezTo>
                    <a:pt x="301" y="0"/>
                    <a:pt x="212" y="33"/>
                    <a:pt x="130" y="98"/>
                  </a:cubicBezTo>
                  <a:cubicBezTo>
                    <a:pt x="0" y="261"/>
                    <a:pt x="0" y="456"/>
                    <a:pt x="130" y="618"/>
                  </a:cubicBezTo>
                  <a:lnTo>
                    <a:pt x="878" y="1334"/>
                  </a:lnTo>
                  <a:cubicBezTo>
                    <a:pt x="1008" y="1496"/>
                    <a:pt x="1106" y="1691"/>
                    <a:pt x="1106" y="1919"/>
                  </a:cubicBezTo>
                  <a:lnTo>
                    <a:pt x="1106" y="7155"/>
                  </a:lnTo>
                  <a:cubicBezTo>
                    <a:pt x="1106" y="7350"/>
                    <a:pt x="1269" y="7512"/>
                    <a:pt x="1464" y="7512"/>
                  </a:cubicBezTo>
                  <a:cubicBezTo>
                    <a:pt x="1659" y="7512"/>
                    <a:pt x="1789" y="7350"/>
                    <a:pt x="1789" y="7155"/>
                  </a:cubicBezTo>
                  <a:lnTo>
                    <a:pt x="1789" y="1919"/>
                  </a:lnTo>
                  <a:cubicBezTo>
                    <a:pt x="1789" y="1496"/>
                    <a:pt x="1659" y="1106"/>
                    <a:pt x="1366" y="846"/>
                  </a:cubicBezTo>
                  <a:lnTo>
                    <a:pt x="651" y="98"/>
                  </a:lnTo>
                  <a:cubicBezTo>
                    <a:pt x="569" y="33"/>
                    <a:pt x="480" y="0"/>
                    <a:pt x="3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065;p45">
              <a:extLst>
                <a:ext uri="{FF2B5EF4-FFF2-40B4-BE49-F238E27FC236}">
                  <a16:creationId xmlns:a16="http://schemas.microsoft.com/office/drawing/2014/main" id="{97D6BC9F-73D0-55F4-B2C3-C75BD3C7B778}"/>
                </a:ext>
              </a:extLst>
            </p:cNvPr>
            <p:cNvSpPr/>
            <p:nvPr/>
          </p:nvSpPr>
          <p:spPr>
            <a:xfrm>
              <a:off x="2286182" y="1849524"/>
              <a:ext cx="50233" cy="47408"/>
            </a:xfrm>
            <a:custGeom>
              <a:avLst/>
              <a:gdLst/>
              <a:ahLst/>
              <a:cxnLst/>
              <a:rect l="l" t="t" r="r" b="b"/>
              <a:pathLst>
                <a:path w="2537" h="2408" extrusionOk="0">
                  <a:moveTo>
                    <a:pt x="748" y="1"/>
                  </a:moveTo>
                  <a:cubicBezTo>
                    <a:pt x="569" y="1"/>
                    <a:pt x="390" y="66"/>
                    <a:pt x="260" y="196"/>
                  </a:cubicBezTo>
                  <a:cubicBezTo>
                    <a:pt x="0" y="456"/>
                    <a:pt x="0" y="911"/>
                    <a:pt x="260" y="1172"/>
                  </a:cubicBezTo>
                  <a:lnTo>
                    <a:pt x="1301" y="2212"/>
                  </a:lnTo>
                  <a:cubicBezTo>
                    <a:pt x="1431" y="2342"/>
                    <a:pt x="1610" y="2407"/>
                    <a:pt x="1789" y="2407"/>
                  </a:cubicBezTo>
                  <a:cubicBezTo>
                    <a:pt x="1968" y="2407"/>
                    <a:pt x="2147" y="2342"/>
                    <a:pt x="2277" y="2212"/>
                  </a:cubicBezTo>
                  <a:cubicBezTo>
                    <a:pt x="2537" y="1952"/>
                    <a:pt x="2537" y="1497"/>
                    <a:pt x="2277" y="1237"/>
                  </a:cubicBezTo>
                  <a:lnTo>
                    <a:pt x="1236" y="196"/>
                  </a:lnTo>
                  <a:cubicBezTo>
                    <a:pt x="1106" y="66"/>
                    <a:pt x="927" y="1"/>
                    <a:pt x="7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066;p45">
              <a:extLst>
                <a:ext uri="{FF2B5EF4-FFF2-40B4-BE49-F238E27FC236}">
                  <a16:creationId xmlns:a16="http://schemas.microsoft.com/office/drawing/2014/main" id="{79210B03-74DE-9AF0-F6B5-DFE43A92A502}"/>
                </a:ext>
              </a:extLst>
            </p:cNvPr>
            <p:cNvSpPr/>
            <p:nvPr/>
          </p:nvSpPr>
          <p:spPr>
            <a:xfrm>
              <a:off x="1989340" y="1886025"/>
              <a:ext cx="36076" cy="147912"/>
            </a:xfrm>
            <a:custGeom>
              <a:avLst/>
              <a:gdLst/>
              <a:ahLst/>
              <a:cxnLst/>
              <a:rect l="l" t="t" r="r" b="b"/>
              <a:pathLst>
                <a:path w="1822" h="7513" extrusionOk="0">
                  <a:moveTo>
                    <a:pt x="1415" y="0"/>
                  </a:moveTo>
                  <a:cubicBezTo>
                    <a:pt x="1326" y="0"/>
                    <a:pt x="1236" y="33"/>
                    <a:pt x="1171" y="98"/>
                  </a:cubicBezTo>
                  <a:lnTo>
                    <a:pt x="456" y="846"/>
                  </a:lnTo>
                  <a:cubicBezTo>
                    <a:pt x="163" y="1139"/>
                    <a:pt x="1" y="1496"/>
                    <a:pt x="1" y="1919"/>
                  </a:cubicBezTo>
                  <a:lnTo>
                    <a:pt x="1" y="7155"/>
                  </a:lnTo>
                  <a:cubicBezTo>
                    <a:pt x="1" y="7350"/>
                    <a:pt x="163" y="7512"/>
                    <a:pt x="358" y="7512"/>
                  </a:cubicBezTo>
                  <a:cubicBezTo>
                    <a:pt x="554" y="7512"/>
                    <a:pt x="716" y="7350"/>
                    <a:pt x="716" y="7155"/>
                  </a:cubicBezTo>
                  <a:lnTo>
                    <a:pt x="716" y="1919"/>
                  </a:lnTo>
                  <a:cubicBezTo>
                    <a:pt x="716" y="1691"/>
                    <a:pt x="781" y="1496"/>
                    <a:pt x="944" y="1334"/>
                  </a:cubicBezTo>
                  <a:lnTo>
                    <a:pt x="1659" y="618"/>
                  </a:lnTo>
                  <a:cubicBezTo>
                    <a:pt x="1822" y="456"/>
                    <a:pt x="1822" y="261"/>
                    <a:pt x="1659" y="98"/>
                  </a:cubicBezTo>
                  <a:cubicBezTo>
                    <a:pt x="1594" y="33"/>
                    <a:pt x="1505" y="0"/>
                    <a:pt x="14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067;p45">
              <a:extLst>
                <a:ext uri="{FF2B5EF4-FFF2-40B4-BE49-F238E27FC236}">
                  <a16:creationId xmlns:a16="http://schemas.microsoft.com/office/drawing/2014/main" id="{E08F2D0C-F7F1-D3C2-8134-A2CBE4FFF876}"/>
                </a:ext>
              </a:extLst>
            </p:cNvPr>
            <p:cNvSpPr/>
            <p:nvPr/>
          </p:nvSpPr>
          <p:spPr>
            <a:xfrm>
              <a:off x="2011872" y="1849524"/>
              <a:ext cx="50886" cy="47408"/>
            </a:xfrm>
            <a:custGeom>
              <a:avLst/>
              <a:gdLst/>
              <a:ahLst/>
              <a:cxnLst/>
              <a:rect l="l" t="t" r="r" b="b"/>
              <a:pathLst>
                <a:path w="2570" h="2408" extrusionOk="0">
                  <a:moveTo>
                    <a:pt x="1806" y="1"/>
                  </a:moveTo>
                  <a:cubicBezTo>
                    <a:pt x="1627" y="1"/>
                    <a:pt x="1448" y="66"/>
                    <a:pt x="1302" y="196"/>
                  </a:cubicBezTo>
                  <a:lnTo>
                    <a:pt x="294" y="1237"/>
                  </a:lnTo>
                  <a:cubicBezTo>
                    <a:pt x="1" y="1497"/>
                    <a:pt x="1" y="1952"/>
                    <a:pt x="294" y="2212"/>
                  </a:cubicBezTo>
                  <a:cubicBezTo>
                    <a:pt x="424" y="2342"/>
                    <a:pt x="602" y="2407"/>
                    <a:pt x="781" y="2407"/>
                  </a:cubicBezTo>
                  <a:cubicBezTo>
                    <a:pt x="960" y="2407"/>
                    <a:pt x="1139" y="2342"/>
                    <a:pt x="1269" y="2212"/>
                  </a:cubicBezTo>
                  <a:lnTo>
                    <a:pt x="2310" y="1172"/>
                  </a:lnTo>
                  <a:cubicBezTo>
                    <a:pt x="2570" y="911"/>
                    <a:pt x="2570" y="456"/>
                    <a:pt x="2310" y="196"/>
                  </a:cubicBezTo>
                  <a:cubicBezTo>
                    <a:pt x="2163" y="66"/>
                    <a:pt x="1985" y="1"/>
                    <a:pt x="18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068;p45">
              <a:extLst>
                <a:ext uri="{FF2B5EF4-FFF2-40B4-BE49-F238E27FC236}">
                  <a16:creationId xmlns:a16="http://schemas.microsoft.com/office/drawing/2014/main" id="{BEFF8DF4-4EC2-9F92-A161-A8000ED66C06}"/>
                </a:ext>
              </a:extLst>
            </p:cNvPr>
            <p:cNvSpPr/>
            <p:nvPr/>
          </p:nvSpPr>
          <p:spPr>
            <a:xfrm>
              <a:off x="2033771" y="1857222"/>
              <a:ext cx="281398" cy="156220"/>
            </a:xfrm>
            <a:custGeom>
              <a:avLst/>
              <a:gdLst/>
              <a:ahLst/>
              <a:cxnLst/>
              <a:rect l="l" t="t" r="r" b="b"/>
              <a:pathLst>
                <a:path w="14212" h="7935" extrusionOk="0">
                  <a:moveTo>
                    <a:pt x="5724" y="0"/>
                  </a:moveTo>
                  <a:lnTo>
                    <a:pt x="5724" y="520"/>
                  </a:lnTo>
                  <a:cubicBezTo>
                    <a:pt x="5724" y="943"/>
                    <a:pt x="5431" y="1333"/>
                    <a:pt x="5009" y="1463"/>
                  </a:cubicBezTo>
                  <a:lnTo>
                    <a:pt x="2862" y="2081"/>
                  </a:lnTo>
                  <a:cubicBezTo>
                    <a:pt x="1204" y="2407"/>
                    <a:pt x="1" y="3837"/>
                    <a:pt x="1" y="5528"/>
                  </a:cubicBezTo>
                  <a:lnTo>
                    <a:pt x="1" y="7935"/>
                  </a:lnTo>
                  <a:lnTo>
                    <a:pt x="4813" y="7935"/>
                  </a:lnTo>
                  <a:lnTo>
                    <a:pt x="7090" y="7219"/>
                  </a:lnTo>
                  <a:lnTo>
                    <a:pt x="9366" y="7935"/>
                  </a:lnTo>
                  <a:lnTo>
                    <a:pt x="14212" y="7935"/>
                  </a:lnTo>
                  <a:lnTo>
                    <a:pt x="14212" y="5528"/>
                  </a:lnTo>
                  <a:cubicBezTo>
                    <a:pt x="14212" y="3837"/>
                    <a:pt x="13008" y="2407"/>
                    <a:pt x="11350" y="2081"/>
                  </a:cubicBezTo>
                  <a:lnTo>
                    <a:pt x="9334" y="1496"/>
                  </a:lnTo>
                  <a:lnTo>
                    <a:pt x="9171" y="1496"/>
                  </a:lnTo>
                  <a:cubicBezTo>
                    <a:pt x="8748" y="1366"/>
                    <a:pt x="8456" y="1008"/>
                    <a:pt x="8456" y="585"/>
                  </a:cubicBezTo>
                  <a:lnTo>
                    <a:pt x="8391" y="33"/>
                  </a:lnTo>
                  <a:lnTo>
                    <a:pt x="572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069;p45">
              <a:extLst>
                <a:ext uri="{FF2B5EF4-FFF2-40B4-BE49-F238E27FC236}">
                  <a16:creationId xmlns:a16="http://schemas.microsoft.com/office/drawing/2014/main" id="{B0B4A775-0726-7573-9D90-5D69DB660D46}"/>
                </a:ext>
              </a:extLst>
            </p:cNvPr>
            <p:cNvSpPr/>
            <p:nvPr/>
          </p:nvSpPr>
          <p:spPr>
            <a:xfrm>
              <a:off x="2174133" y="1857222"/>
              <a:ext cx="141035" cy="156220"/>
            </a:xfrm>
            <a:custGeom>
              <a:avLst/>
              <a:gdLst/>
              <a:ahLst/>
              <a:cxnLst/>
              <a:rect l="l" t="t" r="r" b="b"/>
              <a:pathLst>
                <a:path w="7123" h="7935" extrusionOk="0">
                  <a:moveTo>
                    <a:pt x="1" y="0"/>
                  </a:moveTo>
                  <a:lnTo>
                    <a:pt x="1" y="1203"/>
                  </a:lnTo>
                  <a:cubicBezTo>
                    <a:pt x="1" y="1659"/>
                    <a:pt x="293" y="2049"/>
                    <a:pt x="716" y="2179"/>
                  </a:cubicBezTo>
                  <a:lnTo>
                    <a:pt x="2863" y="2764"/>
                  </a:lnTo>
                  <a:cubicBezTo>
                    <a:pt x="4521" y="3089"/>
                    <a:pt x="5724" y="4553"/>
                    <a:pt x="5724" y="6244"/>
                  </a:cubicBezTo>
                  <a:lnTo>
                    <a:pt x="5724" y="7935"/>
                  </a:lnTo>
                  <a:lnTo>
                    <a:pt x="7123" y="7935"/>
                  </a:lnTo>
                  <a:lnTo>
                    <a:pt x="7123" y="5528"/>
                  </a:lnTo>
                  <a:cubicBezTo>
                    <a:pt x="7123" y="3837"/>
                    <a:pt x="5919" y="2407"/>
                    <a:pt x="4261" y="2081"/>
                  </a:cubicBezTo>
                  <a:lnTo>
                    <a:pt x="2245" y="1496"/>
                  </a:lnTo>
                  <a:lnTo>
                    <a:pt x="1985" y="1496"/>
                  </a:lnTo>
                  <a:cubicBezTo>
                    <a:pt x="1529" y="1366"/>
                    <a:pt x="1302" y="1008"/>
                    <a:pt x="1302" y="553"/>
                  </a:cubicBezTo>
                  <a:lnTo>
                    <a:pt x="1269" y="13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070;p45">
              <a:extLst>
                <a:ext uri="{FF2B5EF4-FFF2-40B4-BE49-F238E27FC236}">
                  <a16:creationId xmlns:a16="http://schemas.microsoft.com/office/drawing/2014/main" id="{DA6EE623-DD56-D03C-2D53-3DB9A9F373F4}"/>
                </a:ext>
              </a:extLst>
            </p:cNvPr>
            <p:cNvSpPr/>
            <p:nvPr/>
          </p:nvSpPr>
          <p:spPr>
            <a:xfrm>
              <a:off x="2130356" y="1886655"/>
              <a:ext cx="88229" cy="126788"/>
            </a:xfrm>
            <a:custGeom>
              <a:avLst/>
              <a:gdLst/>
              <a:ahLst/>
              <a:cxnLst/>
              <a:rect l="l" t="t" r="r" b="b"/>
              <a:pathLst>
                <a:path w="4456" h="6440" extrusionOk="0">
                  <a:moveTo>
                    <a:pt x="0" y="1"/>
                  </a:moveTo>
                  <a:lnTo>
                    <a:pt x="553" y="6440"/>
                  </a:lnTo>
                  <a:lnTo>
                    <a:pt x="3903" y="6440"/>
                  </a:lnTo>
                  <a:lnTo>
                    <a:pt x="445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071;p45">
              <a:extLst>
                <a:ext uri="{FF2B5EF4-FFF2-40B4-BE49-F238E27FC236}">
                  <a16:creationId xmlns:a16="http://schemas.microsoft.com/office/drawing/2014/main" id="{58FB09DF-A1E1-D149-7CB1-6F0751AFA01F}"/>
                </a:ext>
              </a:extLst>
            </p:cNvPr>
            <p:cNvSpPr/>
            <p:nvPr/>
          </p:nvSpPr>
          <p:spPr>
            <a:xfrm>
              <a:off x="2174787" y="1886655"/>
              <a:ext cx="43798" cy="20514"/>
            </a:xfrm>
            <a:custGeom>
              <a:avLst/>
              <a:gdLst/>
              <a:ahLst/>
              <a:cxnLst/>
              <a:rect l="l" t="t" r="r" b="b"/>
              <a:pathLst>
                <a:path w="2212" h="1042" extrusionOk="0">
                  <a:moveTo>
                    <a:pt x="0" y="1"/>
                  </a:moveTo>
                  <a:cubicBezTo>
                    <a:pt x="98" y="326"/>
                    <a:pt x="358" y="586"/>
                    <a:pt x="683" y="684"/>
                  </a:cubicBezTo>
                  <a:lnTo>
                    <a:pt x="2017" y="1042"/>
                  </a:lnTo>
                  <a:lnTo>
                    <a:pt x="2212" y="1"/>
                  </a:lnTo>
                  <a:close/>
                </a:path>
              </a:pathLst>
            </a:custGeom>
            <a:solidFill>
              <a:srgbClr val="F3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072;p45">
              <a:extLst>
                <a:ext uri="{FF2B5EF4-FFF2-40B4-BE49-F238E27FC236}">
                  <a16:creationId xmlns:a16="http://schemas.microsoft.com/office/drawing/2014/main" id="{4A318679-5D9E-C3AC-152B-B428421BB171}"/>
                </a:ext>
              </a:extLst>
            </p:cNvPr>
            <p:cNvSpPr/>
            <p:nvPr/>
          </p:nvSpPr>
          <p:spPr>
            <a:xfrm>
              <a:off x="2130356" y="1857222"/>
              <a:ext cx="88229" cy="50597"/>
            </a:xfrm>
            <a:custGeom>
              <a:avLst/>
              <a:gdLst/>
              <a:ahLst/>
              <a:cxnLst/>
              <a:rect l="l" t="t" r="r" b="b"/>
              <a:pathLst>
                <a:path w="4456" h="2570" extrusionOk="0">
                  <a:moveTo>
                    <a:pt x="846" y="0"/>
                  </a:moveTo>
                  <a:lnTo>
                    <a:pt x="846" y="520"/>
                  </a:lnTo>
                  <a:cubicBezTo>
                    <a:pt x="846" y="976"/>
                    <a:pt x="553" y="1366"/>
                    <a:pt x="131" y="1463"/>
                  </a:cubicBezTo>
                  <a:lnTo>
                    <a:pt x="0" y="1496"/>
                  </a:lnTo>
                  <a:cubicBezTo>
                    <a:pt x="521" y="2146"/>
                    <a:pt x="1334" y="2569"/>
                    <a:pt x="2212" y="2569"/>
                  </a:cubicBezTo>
                  <a:cubicBezTo>
                    <a:pt x="3122" y="2569"/>
                    <a:pt x="3935" y="2146"/>
                    <a:pt x="4456" y="1496"/>
                  </a:cubicBezTo>
                  <a:lnTo>
                    <a:pt x="4228" y="1496"/>
                  </a:lnTo>
                  <a:cubicBezTo>
                    <a:pt x="3805" y="1366"/>
                    <a:pt x="3513" y="1008"/>
                    <a:pt x="3513" y="553"/>
                  </a:cubicBezTo>
                  <a:lnTo>
                    <a:pt x="3513" y="33"/>
                  </a:lnTo>
                  <a:lnTo>
                    <a:pt x="846" y="0"/>
                  </a:lnTo>
                  <a:close/>
                </a:path>
              </a:pathLst>
            </a:custGeom>
            <a:solidFill>
              <a:srgbClr val="C387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073;p45">
              <a:extLst>
                <a:ext uri="{FF2B5EF4-FFF2-40B4-BE49-F238E27FC236}">
                  <a16:creationId xmlns:a16="http://schemas.microsoft.com/office/drawing/2014/main" id="{FC891240-B3C7-97EC-A176-FD2A8342BD11}"/>
                </a:ext>
              </a:extLst>
            </p:cNvPr>
            <p:cNvSpPr/>
            <p:nvPr/>
          </p:nvSpPr>
          <p:spPr>
            <a:xfrm>
              <a:off x="2174133" y="1857222"/>
              <a:ext cx="44451" cy="45458"/>
            </a:xfrm>
            <a:custGeom>
              <a:avLst/>
              <a:gdLst/>
              <a:ahLst/>
              <a:cxnLst/>
              <a:rect l="l" t="t" r="r" b="b"/>
              <a:pathLst>
                <a:path w="2245" h="2309" extrusionOk="0">
                  <a:moveTo>
                    <a:pt x="1" y="0"/>
                  </a:moveTo>
                  <a:lnTo>
                    <a:pt x="1" y="1203"/>
                  </a:lnTo>
                  <a:cubicBezTo>
                    <a:pt x="1" y="1659"/>
                    <a:pt x="293" y="2049"/>
                    <a:pt x="716" y="2179"/>
                  </a:cubicBezTo>
                  <a:lnTo>
                    <a:pt x="1204" y="2309"/>
                  </a:lnTo>
                  <a:cubicBezTo>
                    <a:pt x="1627" y="2114"/>
                    <a:pt x="1952" y="1854"/>
                    <a:pt x="2245" y="1496"/>
                  </a:cubicBezTo>
                  <a:lnTo>
                    <a:pt x="2115" y="1463"/>
                  </a:lnTo>
                  <a:cubicBezTo>
                    <a:pt x="1985" y="1431"/>
                    <a:pt x="1854" y="1366"/>
                    <a:pt x="1757" y="1268"/>
                  </a:cubicBezTo>
                  <a:cubicBezTo>
                    <a:pt x="1529" y="1106"/>
                    <a:pt x="1399" y="813"/>
                    <a:pt x="1399" y="520"/>
                  </a:cubicBezTo>
                  <a:lnTo>
                    <a:pt x="1399" y="0"/>
                  </a:lnTo>
                  <a:close/>
                </a:path>
              </a:pathLst>
            </a:custGeom>
            <a:solidFill>
              <a:srgbClr val="B46E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074;p45">
              <a:extLst>
                <a:ext uri="{FF2B5EF4-FFF2-40B4-BE49-F238E27FC236}">
                  <a16:creationId xmlns:a16="http://schemas.microsoft.com/office/drawing/2014/main" id="{2F9A3F1C-7A6A-8B39-F92C-50B7451EE894}"/>
                </a:ext>
              </a:extLst>
            </p:cNvPr>
            <p:cNvSpPr/>
            <p:nvPr/>
          </p:nvSpPr>
          <p:spPr>
            <a:xfrm>
              <a:off x="2255907" y="1985900"/>
              <a:ext cx="14197" cy="33961"/>
            </a:xfrm>
            <a:custGeom>
              <a:avLst/>
              <a:gdLst/>
              <a:ahLst/>
              <a:cxnLst/>
              <a:rect l="l" t="t" r="r" b="b"/>
              <a:pathLst>
                <a:path w="717" h="1725" extrusionOk="0">
                  <a:moveTo>
                    <a:pt x="359" y="0"/>
                  </a:moveTo>
                  <a:cubicBezTo>
                    <a:pt x="163" y="0"/>
                    <a:pt x="1" y="163"/>
                    <a:pt x="1" y="326"/>
                  </a:cubicBezTo>
                  <a:lnTo>
                    <a:pt x="1" y="1399"/>
                  </a:lnTo>
                  <a:cubicBezTo>
                    <a:pt x="1" y="1594"/>
                    <a:pt x="163" y="1724"/>
                    <a:pt x="359" y="1724"/>
                  </a:cubicBezTo>
                  <a:cubicBezTo>
                    <a:pt x="554" y="1724"/>
                    <a:pt x="716" y="1594"/>
                    <a:pt x="716" y="1399"/>
                  </a:cubicBezTo>
                  <a:lnTo>
                    <a:pt x="716" y="326"/>
                  </a:lnTo>
                  <a:cubicBezTo>
                    <a:pt x="716" y="131"/>
                    <a:pt x="554" y="0"/>
                    <a:pt x="359" y="0"/>
                  </a:cubicBezTo>
                  <a:close/>
                </a:path>
              </a:pathLst>
            </a:custGeom>
            <a:solidFill>
              <a:srgbClr val="000000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075;p45">
              <a:extLst>
                <a:ext uri="{FF2B5EF4-FFF2-40B4-BE49-F238E27FC236}">
                  <a16:creationId xmlns:a16="http://schemas.microsoft.com/office/drawing/2014/main" id="{7DC78742-D11D-15B8-7C62-E6B1DF2D5FE5}"/>
                </a:ext>
              </a:extLst>
            </p:cNvPr>
            <p:cNvSpPr/>
            <p:nvPr/>
          </p:nvSpPr>
          <p:spPr>
            <a:xfrm>
              <a:off x="2078836" y="1985900"/>
              <a:ext cx="13543" cy="33961"/>
            </a:xfrm>
            <a:custGeom>
              <a:avLst/>
              <a:gdLst/>
              <a:ahLst/>
              <a:cxnLst/>
              <a:rect l="l" t="t" r="r" b="b"/>
              <a:pathLst>
                <a:path w="684" h="1725" extrusionOk="0">
                  <a:moveTo>
                    <a:pt x="359" y="0"/>
                  </a:moveTo>
                  <a:cubicBezTo>
                    <a:pt x="164" y="0"/>
                    <a:pt x="1" y="163"/>
                    <a:pt x="1" y="326"/>
                  </a:cubicBezTo>
                  <a:lnTo>
                    <a:pt x="1" y="1399"/>
                  </a:lnTo>
                  <a:cubicBezTo>
                    <a:pt x="1" y="1594"/>
                    <a:pt x="131" y="1724"/>
                    <a:pt x="359" y="1724"/>
                  </a:cubicBezTo>
                  <a:cubicBezTo>
                    <a:pt x="554" y="1724"/>
                    <a:pt x="684" y="1594"/>
                    <a:pt x="684" y="1399"/>
                  </a:cubicBezTo>
                  <a:lnTo>
                    <a:pt x="684" y="326"/>
                  </a:lnTo>
                  <a:cubicBezTo>
                    <a:pt x="684" y="131"/>
                    <a:pt x="554" y="0"/>
                    <a:pt x="359" y="0"/>
                  </a:cubicBezTo>
                  <a:close/>
                </a:path>
              </a:pathLst>
            </a:custGeom>
            <a:solidFill>
              <a:srgbClr val="000000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076;p45">
              <a:extLst>
                <a:ext uri="{FF2B5EF4-FFF2-40B4-BE49-F238E27FC236}">
                  <a16:creationId xmlns:a16="http://schemas.microsoft.com/office/drawing/2014/main" id="{8C7DBA75-DD69-B7E1-037E-FDDC7FE62D28}"/>
                </a:ext>
              </a:extLst>
            </p:cNvPr>
            <p:cNvSpPr/>
            <p:nvPr/>
          </p:nvSpPr>
          <p:spPr>
            <a:xfrm>
              <a:off x="2084004" y="1771424"/>
              <a:ext cx="41857" cy="42269"/>
            </a:xfrm>
            <a:custGeom>
              <a:avLst/>
              <a:gdLst/>
              <a:ahLst/>
              <a:cxnLst/>
              <a:rect l="l" t="t" r="r" b="b"/>
              <a:pathLst>
                <a:path w="2114" h="2147" extrusionOk="0">
                  <a:moveTo>
                    <a:pt x="1106" y="0"/>
                  </a:moveTo>
                  <a:cubicBezTo>
                    <a:pt x="488" y="0"/>
                    <a:pt x="0" y="488"/>
                    <a:pt x="0" y="1074"/>
                  </a:cubicBezTo>
                  <a:cubicBezTo>
                    <a:pt x="0" y="1659"/>
                    <a:pt x="488" y="2147"/>
                    <a:pt x="1106" y="2147"/>
                  </a:cubicBezTo>
                  <a:lnTo>
                    <a:pt x="2114" y="2147"/>
                  </a:lnTo>
                  <a:lnTo>
                    <a:pt x="2114" y="0"/>
                  </a:lnTo>
                  <a:close/>
                </a:path>
              </a:pathLst>
            </a:custGeom>
            <a:solidFill>
              <a:srgbClr val="B46E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077;p45">
              <a:extLst>
                <a:ext uri="{FF2B5EF4-FFF2-40B4-BE49-F238E27FC236}">
                  <a16:creationId xmlns:a16="http://schemas.microsoft.com/office/drawing/2014/main" id="{B008DA18-A611-0C33-367A-97AA486BB7B4}"/>
                </a:ext>
              </a:extLst>
            </p:cNvPr>
            <p:cNvSpPr/>
            <p:nvPr/>
          </p:nvSpPr>
          <p:spPr>
            <a:xfrm>
              <a:off x="2223079" y="1771424"/>
              <a:ext cx="41224" cy="42269"/>
            </a:xfrm>
            <a:custGeom>
              <a:avLst/>
              <a:gdLst/>
              <a:ahLst/>
              <a:cxnLst/>
              <a:rect l="l" t="t" r="r" b="b"/>
              <a:pathLst>
                <a:path w="2082" h="2147" extrusionOk="0">
                  <a:moveTo>
                    <a:pt x="0" y="0"/>
                  </a:moveTo>
                  <a:lnTo>
                    <a:pt x="0" y="2147"/>
                  </a:lnTo>
                  <a:lnTo>
                    <a:pt x="1008" y="2147"/>
                  </a:lnTo>
                  <a:cubicBezTo>
                    <a:pt x="1594" y="2147"/>
                    <a:pt x="2082" y="1659"/>
                    <a:pt x="2082" y="1074"/>
                  </a:cubicBezTo>
                  <a:cubicBezTo>
                    <a:pt x="2082" y="488"/>
                    <a:pt x="1594" y="0"/>
                    <a:pt x="1008" y="0"/>
                  </a:cubicBezTo>
                  <a:close/>
                </a:path>
              </a:pathLst>
            </a:custGeom>
            <a:solidFill>
              <a:srgbClr val="C387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078;p45">
              <a:extLst>
                <a:ext uri="{FF2B5EF4-FFF2-40B4-BE49-F238E27FC236}">
                  <a16:creationId xmlns:a16="http://schemas.microsoft.com/office/drawing/2014/main" id="{DCCEFA94-ADBE-CB6B-9219-B8A568C00F0E}"/>
                </a:ext>
              </a:extLst>
            </p:cNvPr>
            <p:cNvSpPr/>
            <p:nvPr/>
          </p:nvSpPr>
          <p:spPr>
            <a:xfrm>
              <a:off x="2111684" y="1681157"/>
              <a:ext cx="124938" cy="108203"/>
            </a:xfrm>
            <a:custGeom>
              <a:avLst/>
              <a:gdLst/>
              <a:ahLst/>
              <a:cxnLst/>
              <a:rect l="l" t="t" r="r" b="b"/>
              <a:pathLst>
                <a:path w="6310" h="5496" extrusionOk="0">
                  <a:moveTo>
                    <a:pt x="1399" y="0"/>
                  </a:moveTo>
                  <a:cubicBezTo>
                    <a:pt x="651" y="0"/>
                    <a:pt x="0" y="618"/>
                    <a:pt x="0" y="1399"/>
                  </a:cubicBezTo>
                  <a:lnTo>
                    <a:pt x="0" y="5496"/>
                  </a:lnTo>
                  <a:lnTo>
                    <a:pt x="6309" y="5496"/>
                  </a:lnTo>
                  <a:lnTo>
                    <a:pt x="6309" y="1399"/>
                  </a:lnTo>
                  <a:cubicBezTo>
                    <a:pt x="6309" y="618"/>
                    <a:pt x="5691" y="0"/>
                    <a:pt x="49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079;p45">
              <a:extLst>
                <a:ext uri="{FF2B5EF4-FFF2-40B4-BE49-F238E27FC236}">
                  <a16:creationId xmlns:a16="http://schemas.microsoft.com/office/drawing/2014/main" id="{1DB22117-C093-6523-6CF1-06168C067A3D}"/>
                </a:ext>
              </a:extLst>
            </p:cNvPr>
            <p:cNvSpPr/>
            <p:nvPr/>
          </p:nvSpPr>
          <p:spPr>
            <a:xfrm>
              <a:off x="2181222" y="1681157"/>
              <a:ext cx="55400" cy="107572"/>
            </a:xfrm>
            <a:custGeom>
              <a:avLst/>
              <a:gdLst/>
              <a:ahLst/>
              <a:cxnLst/>
              <a:rect l="l" t="t" r="r" b="b"/>
              <a:pathLst>
                <a:path w="2798" h="5464" extrusionOk="0">
                  <a:moveTo>
                    <a:pt x="1" y="0"/>
                  </a:moveTo>
                  <a:cubicBezTo>
                    <a:pt x="781" y="0"/>
                    <a:pt x="1399" y="618"/>
                    <a:pt x="1399" y="1399"/>
                  </a:cubicBezTo>
                  <a:lnTo>
                    <a:pt x="1399" y="5463"/>
                  </a:lnTo>
                  <a:lnTo>
                    <a:pt x="2797" y="4585"/>
                  </a:lnTo>
                  <a:lnTo>
                    <a:pt x="2797" y="1399"/>
                  </a:lnTo>
                  <a:cubicBezTo>
                    <a:pt x="2797" y="651"/>
                    <a:pt x="2179" y="0"/>
                    <a:pt x="1399" y="0"/>
                  </a:cubicBezTo>
                  <a:close/>
                </a:path>
              </a:pathLst>
            </a:custGeom>
            <a:solidFill>
              <a:srgbClr val="000000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080;p45">
              <a:extLst>
                <a:ext uri="{FF2B5EF4-FFF2-40B4-BE49-F238E27FC236}">
                  <a16:creationId xmlns:a16="http://schemas.microsoft.com/office/drawing/2014/main" id="{37CB8F7E-D334-3ED8-C121-D7BE1BEB75A0}"/>
                </a:ext>
              </a:extLst>
            </p:cNvPr>
            <p:cNvSpPr/>
            <p:nvPr/>
          </p:nvSpPr>
          <p:spPr>
            <a:xfrm>
              <a:off x="2111684" y="1750043"/>
              <a:ext cx="124938" cy="114916"/>
            </a:xfrm>
            <a:custGeom>
              <a:avLst/>
              <a:gdLst/>
              <a:ahLst/>
              <a:cxnLst/>
              <a:rect l="l" t="t" r="r" b="b"/>
              <a:pathLst>
                <a:path w="6310" h="5837" extrusionOk="0">
                  <a:moveTo>
                    <a:pt x="4311" y="0"/>
                  </a:moveTo>
                  <a:cubicBezTo>
                    <a:pt x="4267" y="0"/>
                    <a:pt x="4225" y="17"/>
                    <a:pt x="4195" y="46"/>
                  </a:cubicBezTo>
                  <a:cubicBezTo>
                    <a:pt x="3838" y="338"/>
                    <a:pt x="3252" y="761"/>
                    <a:pt x="2472" y="1021"/>
                  </a:cubicBezTo>
                  <a:cubicBezTo>
                    <a:pt x="1979" y="1166"/>
                    <a:pt x="1518" y="1214"/>
                    <a:pt x="1121" y="1214"/>
                  </a:cubicBezTo>
                  <a:cubicBezTo>
                    <a:pt x="628" y="1214"/>
                    <a:pt x="235" y="1140"/>
                    <a:pt x="0" y="1086"/>
                  </a:cubicBezTo>
                  <a:lnTo>
                    <a:pt x="0" y="2842"/>
                  </a:lnTo>
                  <a:cubicBezTo>
                    <a:pt x="0" y="4078"/>
                    <a:pt x="716" y="5151"/>
                    <a:pt x="1789" y="5672"/>
                  </a:cubicBezTo>
                  <a:cubicBezTo>
                    <a:pt x="2106" y="5818"/>
                    <a:pt x="2716" y="5836"/>
                    <a:pt x="3001" y="5836"/>
                  </a:cubicBezTo>
                  <a:cubicBezTo>
                    <a:pt x="3096" y="5836"/>
                    <a:pt x="3155" y="5834"/>
                    <a:pt x="3155" y="5834"/>
                  </a:cubicBezTo>
                  <a:cubicBezTo>
                    <a:pt x="3285" y="5834"/>
                    <a:pt x="3411" y="5836"/>
                    <a:pt x="3533" y="5836"/>
                  </a:cubicBezTo>
                  <a:cubicBezTo>
                    <a:pt x="3901" y="5836"/>
                    <a:pt x="4236" y="5818"/>
                    <a:pt x="4553" y="5672"/>
                  </a:cubicBezTo>
                  <a:cubicBezTo>
                    <a:pt x="5594" y="5151"/>
                    <a:pt x="6309" y="4078"/>
                    <a:pt x="6309" y="2842"/>
                  </a:cubicBezTo>
                  <a:lnTo>
                    <a:pt x="6309" y="1086"/>
                  </a:lnTo>
                  <a:cubicBezTo>
                    <a:pt x="6147" y="1086"/>
                    <a:pt x="5626" y="1086"/>
                    <a:pt x="5106" y="761"/>
                  </a:cubicBezTo>
                  <a:cubicBezTo>
                    <a:pt x="4781" y="534"/>
                    <a:pt x="4586" y="273"/>
                    <a:pt x="4456" y="78"/>
                  </a:cubicBezTo>
                  <a:cubicBezTo>
                    <a:pt x="4420" y="25"/>
                    <a:pt x="4364" y="0"/>
                    <a:pt x="4311" y="0"/>
                  </a:cubicBezTo>
                  <a:close/>
                </a:path>
              </a:pathLst>
            </a:custGeom>
            <a:solidFill>
              <a:srgbClr val="C387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081;p45">
              <a:extLst>
                <a:ext uri="{FF2B5EF4-FFF2-40B4-BE49-F238E27FC236}">
                  <a16:creationId xmlns:a16="http://schemas.microsoft.com/office/drawing/2014/main" id="{6EDE8B48-D3C7-4D16-FD45-71CD40A99538}"/>
                </a:ext>
              </a:extLst>
            </p:cNvPr>
            <p:cNvSpPr/>
            <p:nvPr/>
          </p:nvSpPr>
          <p:spPr>
            <a:xfrm>
              <a:off x="2147087" y="1761817"/>
              <a:ext cx="89536" cy="106293"/>
            </a:xfrm>
            <a:custGeom>
              <a:avLst/>
              <a:gdLst/>
              <a:ahLst/>
              <a:cxnLst/>
              <a:rect l="l" t="t" r="r" b="b"/>
              <a:pathLst>
                <a:path w="4522" h="5399" extrusionOk="0">
                  <a:moveTo>
                    <a:pt x="3123" y="1"/>
                  </a:moveTo>
                  <a:lnTo>
                    <a:pt x="3123" y="2244"/>
                  </a:lnTo>
                  <a:cubicBezTo>
                    <a:pt x="3123" y="2440"/>
                    <a:pt x="3155" y="3415"/>
                    <a:pt x="2440" y="4228"/>
                  </a:cubicBezTo>
                  <a:cubicBezTo>
                    <a:pt x="1754" y="4985"/>
                    <a:pt x="845" y="5088"/>
                    <a:pt x="350" y="5088"/>
                  </a:cubicBezTo>
                  <a:cubicBezTo>
                    <a:pt x="164" y="5088"/>
                    <a:pt x="36" y="5074"/>
                    <a:pt x="1" y="5074"/>
                  </a:cubicBezTo>
                  <a:cubicBezTo>
                    <a:pt x="261" y="5204"/>
                    <a:pt x="619" y="5334"/>
                    <a:pt x="1042" y="5366"/>
                  </a:cubicBezTo>
                  <a:cubicBezTo>
                    <a:pt x="1139" y="5366"/>
                    <a:pt x="1269" y="5399"/>
                    <a:pt x="1367" y="5399"/>
                  </a:cubicBezTo>
                  <a:cubicBezTo>
                    <a:pt x="3123" y="5399"/>
                    <a:pt x="4521" y="3968"/>
                    <a:pt x="4521" y="2244"/>
                  </a:cubicBezTo>
                  <a:lnTo>
                    <a:pt x="4521" y="488"/>
                  </a:lnTo>
                  <a:cubicBezTo>
                    <a:pt x="4359" y="488"/>
                    <a:pt x="3838" y="488"/>
                    <a:pt x="3318" y="163"/>
                  </a:cubicBezTo>
                  <a:cubicBezTo>
                    <a:pt x="3253" y="131"/>
                    <a:pt x="3188" y="66"/>
                    <a:pt x="3123" y="1"/>
                  </a:cubicBezTo>
                  <a:close/>
                </a:path>
              </a:pathLst>
            </a:custGeom>
            <a:solidFill>
              <a:srgbClr val="B46E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082;p45">
              <a:extLst>
                <a:ext uri="{FF2B5EF4-FFF2-40B4-BE49-F238E27FC236}">
                  <a16:creationId xmlns:a16="http://schemas.microsoft.com/office/drawing/2014/main" id="{C1439886-A5CB-EA89-166A-9E0B95E0193F}"/>
                </a:ext>
              </a:extLst>
            </p:cNvPr>
            <p:cNvSpPr/>
            <p:nvPr/>
          </p:nvSpPr>
          <p:spPr>
            <a:xfrm>
              <a:off x="2193458" y="1886655"/>
              <a:ext cx="57321" cy="126788"/>
            </a:xfrm>
            <a:custGeom>
              <a:avLst/>
              <a:gdLst/>
              <a:ahLst/>
              <a:cxnLst/>
              <a:rect l="l" t="t" r="r" b="b"/>
              <a:pathLst>
                <a:path w="2895" h="6440" extrusionOk="0">
                  <a:moveTo>
                    <a:pt x="1269" y="1"/>
                  </a:moveTo>
                  <a:lnTo>
                    <a:pt x="0" y="6440"/>
                  </a:lnTo>
                  <a:lnTo>
                    <a:pt x="1301" y="6440"/>
                  </a:lnTo>
                  <a:lnTo>
                    <a:pt x="2830" y="3123"/>
                  </a:lnTo>
                  <a:cubicBezTo>
                    <a:pt x="2895" y="2993"/>
                    <a:pt x="2862" y="2830"/>
                    <a:pt x="2765" y="2733"/>
                  </a:cubicBezTo>
                  <a:lnTo>
                    <a:pt x="2407" y="2440"/>
                  </a:lnTo>
                  <a:cubicBezTo>
                    <a:pt x="2309" y="2375"/>
                    <a:pt x="2277" y="2212"/>
                    <a:pt x="2309" y="2082"/>
                  </a:cubicBezTo>
                  <a:lnTo>
                    <a:pt x="2862" y="456"/>
                  </a:lnTo>
                  <a:lnTo>
                    <a:pt x="126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083;p45">
              <a:extLst>
                <a:ext uri="{FF2B5EF4-FFF2-40B4-BE49-F238E27FC236}">
                  <a16:creationId xmlns:a16="http://schemas.microsoft.com/office/drawing/2014/main" id="{2AF402DE-18B8-3FC1-1D2F-40E18B73B480}"/>
                </a:ext>
              </a:extLst>
            </p:cNvPr>
            <p:cNvSpPr/>
            <p:nvPr/>
          </p:nvSpPr>
          <p:spPr>
            <a:xfrm>
              <a:off x="2097507" y="1886655"/>
              <a:ext cx="57341" cy="126788"/>
            </a:xfrm>
            <a:custGeom>
              <a:avLst/>
              <a:gdLst/>
              <a:ahLst/>
              <a:cxnLst/>
              <a:rect l="l" t="t" r="r" b="b"/>
              <a:pathLst>
                <a:path w="2896" h="6440" extrusionOk="0">
                  <a:moveTo>
                    <a:pt x="1659" y="1"/>
                  </a:moveTo>
                  <a:lnTo>
                    <a:pt x="66" y="456"/>
                  </a:lnTo>
                  <a:lnTo>
                    <a:pt x="586" y="2082"/>
                  </a:lnTo>
                  <a:cubicBezTo>
                    <a:pt x="651" y="2212"/>
                    <a:pt x="586" y="2375"/>
                    <a:pt x="489" y="2440"/>
                  </a:cubicBezTo>
                  <a:lnTo>
                    <a:pt x="164" y="2733"/>
                  </a:lnTo>
                  <a:cubicBezTo>
                    <a:pt x="34" y="2830"/>
                    <a:pt x="1" y="2993"/>
                    <a:pt x="66" y="3123"/>
                  </a:cubicBezTo>
                  <a:lnTo>
                    <a:pt x="1594" y="6440"/>
                  </a:lnTo>
                  <a:lnTo>
                    <a:pt x="2895" y="6440"/>
                  </a:lnTo>
                  <a:lnTo>
                    <a:pt x="165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084;p45">
              <a:extLst>
                <a:ext uri="{FF2B5EF4-FFF2-40B4-BE49-F238E27FC236}">
                  <a16:creationId xmlns:a16="http://schemas.microsoft.com/office/drawing/2014/main" id="{9529B0F1-AE54-3C47-947D-6F3B813A2982}"/>
                </a:ext>
              </a:extLst>
            </p:cNvPr>
            <p:cNvSpPr/>
            <p:nvPr/>
          </p:nvSpPr>
          <p:spPr>
            <a:xfrm>
              <a:off x="1999002" y="2039686"/>
              <a:ext cx="350302" cy="104363"/>
            </a:xfrm>
            <a:custGeom>
              <a:avLst/>
              <a:gdLst/>
              <a:ahLst/>
              <a:cxnLst/>
              <a:rect l="l" t="t" r="r" b="b"/>
              <a:pathLst>
                <a:path w="17692" h="5301" extrusionOk="0">
                  <a:moveTo>
                    <a:pt x="0" y="0"/>
                  </a:moveTo>
                  <a:lnTo>
                    <a:pt x="1431" y="5073"/>
                  </a:lnTo>
                  <a:cubicBezTo>
                    <a:pt x="1496" y="5203"/>
                    <a:pt x="1594" y="5301"/>
                    <a:pt x="1757" y="5301"/>
                  </a:cubicBezTo>
                  <a:lnTo>
                    <a:pt x="15968" y="5301"/>
                  </a:lnTo>
                  <a:cubicBezTo>
                    <a:pt x="16098" y="5301"/>
                    <a:pt x="16228" y="5203"/>
                    <a:pt x="16260" y="5073"/>
                  </a:cubicBezTo>
                  <a:lnTo>
                    <a:pt x="1769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085;p45">
              <a:extLst>
                <a:ext uri="{FF2B5EF4-FFF2-40B4-BE49-F238E27FC236}">
                  <a16:creationId xmlns:a16="http://schemas.microsoft.com/office/drawing/2014/main" id="{E26DF71D-D401-B600-9874-303D03A570D3}"/>
                </a:ext>
              </a:extLst>
            </p:cNvPr>
            <p:cNvSpPr/>
            <p:nvPr/>
          </p:nvSpPr>
          <p:spPr>
            <a:xfrm>
              <a:off x="2287469" y="2039686"/>
              <a:ext cx="61835" cy="104363"/>
            </a:xfrm>
            <a:custGeom>
              <a:avLst/>
              <a:gdLst/>
              <a:ahLst/>
              <a:cxnLst/>
              <a:rect l="l" t="t" r="r" b="b"/>
              <a:pathLst>
                <a:path w="3123" h="5301" extrusionOk="0">
                  <a:moveTo>
                    <a:pt x="1724" y="0"/>
                  </a:moveTo>
                  <a:lnTo>
                    <a:pt x="293" y="5073"/>
                  </a:lnTo>
                  <a:cubicBezTo>
                    <a:pt x="260" y="5203"/>
                    <a:pt x="130" y="5301"/>
                    <a:pt x="0" y="5301"/>
                  </a:cubicBezTo>
                  <a:lnTo>
                    <a:pt x="1399" y="5301"/>
                  </a:lnTo>
                  <a:cubicBezTo>
                    <a:pt x="1529" y="5301"/>
                    <a:pt x="1659" y="5203"/>
                    <a:pt x="1691" y="5073"/>
                  </a:cubicBezTo>
                  <a:lnTo>
                    <a:pt x="3122" y="0"/>
                  </a:lnTo>
                  <a:close/>
                </a:path>
              </a:pathLst>
            </a:custGeom>
            <a:solidFill>
              <a:srgbClr val="000000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086;p45">
              <a:extLst>
                <a:ext uri="{FF2B5EF4-FFF2-40B4-BE49-F238E27FC236}">
                  <a16:creationId xmlns:a16="http://schemas.microsoft.com/office/drawing/2014/main" id="{D4B9C860-702C-7866-1E5D-DD4E1DB9C5C5}"/>
                </a:ext>
              </a:extLst>
            </p:cNvPr>
            <p:cNvSpPr/>
            <p:nvPr/>
          </p:nvSpPr>
          <p:spPr>
            <a:xfrm>
              <a:off x="1968748" y="2013423"/>
              <a:ext cx="411464" cy="53806"/>
            </a:xfrm>
            <a:custGeom>
              <a:avLst/>
              <a:gdLst/>
              <a:ahLst/>
              <a:cxnLst/>
              <a:rect l="l" t="t" r="r" b="b"/>
              <a:pathLst>
                <a:path w="20781" h="2733" extrusionOk="0">
                  <a:moveTo>
                    <a:pt x="683" y="1"/>
                  </a:moveTo>
                  <a:cubicBezTo>
                    <a:pt x="325" y="1"/>
                    <a:pt x="0" y="294"/>
                    <a:pt x="0" y="684"/>
                  </a:cubicBezTo>
                  <a:lnTo>
                    <a:pt x="0" y="2050"/>
                  </a:lnTo>
                  <a:cubicBezTo>
                    <a:pt x="0" y="2407"/>
                    <a:pt x="325" y="2732"/>
                    <a:pt x="683" y="2732"/>
                  </a:cubicBezTo>
                  <a:lnTo>
                    <a:pt x="20065" y="2732"/>
                  </a:lnTo>
                  <a:cubicBezTo>
                    <a:pt x="20455" y="2732"/>
                    <a:pt x="20780" y="2407"/>
                    <a:pt x="20780" y="2050"/>
                  </a:cubicBezTo>
                  <a:lnTo>
                    <a:pt x="20780" y="684"/>
                  </a:lnTo>
                  <a:cubicBezTo>
                    <a:pt x="20780" y="294"/>
                    <a:pt x="20455" y="1"/>
                    <a:pt x="200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087;p45">
              <a:extLst>
                <a:ext uri="{FF2B5EF4-FFF2-40B4-BE49-F238E27FC236}">
                  <a16:creationId xmlns:a16="http://schemas.microsoft.com/office/drawing/2014/main" id="{371C64A1-7C41-C19C-F787-F5CA0A00E0C5}"/>
                </a:ext>
              </a:extLst>
            </p:cNvPr>
            <p:cNvSpPr/>
            <p:nvPr/>
          </p:nvSpPr>
          <p:spPr>
            <a:xfrm>
              <a:off x="2338335" y="2013423"/>
              <a:ext cx="41877" cy="53806"/>
            </a:xfrm>
            <a:custGeom>
              <a:avLst/>
              <a:gdLst/>
              <a:ahLst/>
              <a:cxnLst/>
              <a:rect l="l" t="t" r="r" b="b"/>
              <a:pathLst>
                <a:path w="2115" h="2733" extrusionOk="0">
                  <a:moveTo>
                    <a:pt x="0" y="1"/>
                  </a:moveTo>
                  <a:cubicBezTo>
                    <a:pt x="391" y="1"/>
                    <a:pt x="716" y="294"/>
                    <a:pt x="716" y="684"/>
                  </a:cubicBezTo>
                  <a:lnTo>
                    <a:pt x="716" y="2017"/>
                  </a:lnTo>
                  <a:cubicBezTo>
                    <a:pt x="716" y="2407"/>
                    <a:pt x="391" y="2732"/>
                    <a:pt x="0" y="2732"/>
                  </a:cubicBezTo>
                  <a:lnTo>
                    <a:pt x="1399" y="2732"/>
                  </a:lnTo>
                  <a:cubicBezTo>
                    <a:pt x="1789" y="2732"/>
                    <a:pt x="2114" y="2407"/>
                    <a:pt x="2114" y="2017"/>
                  </a:cubicBezTo>
                  <a:lnTo>
                    <a:pt x="2114" y="684"/>
                  </a:lnTo>
                  <a:cubicBezTo>
                    <a:pt x="2114" y="294"/>
                    <a:pt x="1789" y="1"/>
                    <a:pt x="1399" y="1"/>
                  </a:cubicBezTo>
                  <a:close/>
                </a:path>
              </a:pathLst>
            </a:custGeom>
            <a:solidFill>
              <a:srgbClr val="000000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Google Shape;3026;p45">
            <a:extLst>
              <a:ext uri="{FF2B5EF4-FFF2-40B4-BE49-F238E27FC236}">
                <a16:creationId xmlns:a16="http://schemas.microsoft.com/office/drawing/2014/main" id="{3584EDC8-2B08-839F-E02C-E4BE55F0ED38}"/>
              </a:ext>
            </a:extLst>
          </p:cNvPr>
          <p:cNvSpPr/>
          <p:nvPr/>
        </p:nvSpPr>
        <p:spPr>
          <a:xfrm>
            <a:off x="5295969" y="1678726"/>
            <a:ext cx="260700" cy="260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3015;p45">
            <a:extLst>
              <a:ext uri="{FF2B5EF4-FFF2-40B4-BE49-F238E27FC236}">
                <a16:creationId xmlns:a16="http://schemas.microsoft.com/office/drawing/2014/main" id="{4567CF8C-65E1-B89D-964F-082803E4F250}"/>
              </a:ext>
            </a:extLst>
          </p:cNvPr>
          <p:cNvSpPr/>
          <p:nvPr/>
        </p:nvSpPr>
        <p:spPr>
          <a:xfrm rot="-2700000">
            <a:off x="5852269" y="1430694"/>
            <a:ext cx="753493" cy="75349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" name="Google Shape;3063;p45">
            <a:extLst>
              <a:ext uri="{FF2B5EF4-FFF2-40B4-BE49-F238E27FC236}">
                <a16:creationId xmlns:a16="http://schemas.microsoft.com/office/drawing/2014/main" id="{62109286-F99E-D65C-B6D1-9A58943752E3}"/>
              </a:ext>
            </a:extLst>
          </p:cNvPr>
          <p:cNvGrpSpPr/>
          <p:nvPr/>
        </p:nvGrpSpPr>
        <p:grpSpPr>
          <a:xfrm>
            <a:off x="6023338" y="1576002"/>
            <a:ext cx="411464" cy="462893"/>
            <a:chOff x="1968748" y="1681157"/>
            <a:chExt cx="411464" cy="462893"/>
          </a:xfrm>
        </p:grpSpPr>
        <p:sp>
          <p:nvSpPr>
            <p:cNvPr id="60" name="Google Shape;3064;p45">
              <a:extLst>
                <a:ext uri="{FF2B5EF4-FFF2-40B4-BE49-F238E27FC236}">
                  <a16:creationId xmlns:a16="http://schemas.microsoft.com/office/drawing/2014/main" id="{E563543F-F2B7-9C36-BEBF-9F01B87CC785}"/>
                </a:ext>
              </a:extLst>
            </p:cNvPr>
            <p:cNvSpPr/>
            <p:nvPr/>
          </p:nvSpPr>
          <p:spPr>
            <a:xfrm>
              <a:off x="2323524" y="1886025"/>
              <a:ext cx="35422" cy="147912"/>
            </a:xfrm>
            <a:custGeom>
              <a:avLst/>
              <a:gdLst/>
              <a:ahLst/>
              <a:cxnLst/>
              <a:rect l="l" t="t" r="r" b="b"/>
              <a:pathLst>
                <a:path w="1789" h="7513" extrusionOk="0">
                  <a:moveTo>
                    <a:pt x="391" y="0"/>
                  </a:moveTo>
                  <a:cubicBezTo>
                    <a:pt x="301" y="0"/>
                    <a:pt x="212" y="33"/>
                    <a:pt x="130" y="98"/>
                  </a:cubicBezTo>
                  <a:cubicBezTo>
                    <a:pt x="0" y="261"/>
                    <a:pt x="0" y="456"/>
                    <a:pt x="130" y="618"/>
                  </a:cubicBezTo>
                  <a:lnTo>
                    <a:pt x="878" y="1334"/>
                  </a:lnTo>
                  <a:cubicBezTo>
                    <a:pt x="1008" y="1496"/>
                    <a:pt x="1106" y="1691"/>
                    <a:pt x="1106" y="1919"/>
                  </a:cubicBezTo>
                  <a:lnTo>
                    <a:pt x="1106" y="7155"/>
                  </a:lnTo>
                  <a:cubicBezTo>
                    <a:pt x="1106" y="7350"/>
                    <a:pt x="1269" y="7512"/>
                    <a:pt x="1464" y="7512"/>
                  </a:cubicBezTo>
                  <a:cubicBezTo>
                    <a:pt x="1659" y="7512"/>
                    <a:pt x="1789" y="7350"/>
                    <a:pt x="1789" y="7155"/>
                  </a:cubicBezTo>
                  <a:lnTo>
                    <a:pt x="1789" y="1919"/>
                  </a:lnTo>
                  <a:cubicBezTo>
                    <a:pt x="1789" y="1496"/>
                    <a:pt x="1659" y="1106"/>
                    <a:pt x="1366" y="846"/>
                  </a:cubicBezTo>
                  <a:lnTo>
                    <a:pt x="651" y="98"/>
                  </a:lnTo>
                  <a:cubicBezTo>
                    <a:pt x="569" y="33"/>
                    <a:pt x="480" y="0"/>
                    <a:pt x="3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3065;p45">
              <a:extLst>
                <a:ext uri="{FF2B5EF4-FFF2-40B4-BE49-F238E27FC236}">
                  <a16:creationId xmlns:a16="http://schemas.microsoft.com/office/drawing/2014/main" id="{D6645D69-F089-3BEA-C7C2-58358D0052D5}"/>
                </a:ext>
              </a:extLst>
            </p:cNvPr>
            <p:cNvSpPr/>
            <p:nvPr/>
          </p:nvSpPr>
          <p:spPr>
            <a:xfrm>
              <a:off x="2286182" y="1849524"/>
              <a:ext cx="50233" cy="47408"/>
            </a:xfrm>
            <a:custGeom>
              <a:avLst/>
              <a:gdLst/>
              <a:ahLst/>
              <a:cxnLst/>
              <a:rect l="l" t="t" r="r" b="b"/>
              <a:pathLst>
                <a:path w="2537" h="2408" extrusionOk="0">
                  <a:moveTo>
                    <a:pt x="748" y="1"/>
                  </a:moveTo>
                  <a:cubicBezTo>
                    <a:pt x="569" y="1"/>
                    <a:pt x="390" y="66"/>
                    <a:pt x="260" y="196"/>
                  </a:cubicBezTo>
                  <a:cubicBezTo>
                    <a:pt x="0" y="456"/>
                    <a:pt x="0" y="911"/>
                    <a:pt x="260" y="1172"/>
                  </a:cubicBezTo>
                  <a:lnTo>
                    <a:pt x="1301" y="2212"/>
                  </a:lnTo>
                  <a:cubicBezTo>
                    <a:pt x="1431" y="2342"/>
                    <a:pt x="1610" y="2407"/>
                    <a:pt x="1789" y="2407"/>
                  </a:cubicBezTo>
                  <a:cubicBezTo>
                    <a:pt x="1968" y="2407"/>
                    <a:pt x="2147" y="2342"/>
                    <a:pt x="2277" y="2212"/>
                  </a:cubicBezTo>
                  <a:cubicBezTo>
                    <a:pt x="2537" y="1952"/>
                    <a:pt x="2537" y="1497"/>
                    <a:pt x="2277" y="1237"/>
                  </a:cubicBezTo>
                  <a:lnTo>
                    <a:pt x="1236" y="196"/>
                  </a:lnTo>
                  <a:cubicBezTo>
                    <a:pt x="1106" y="66"/>
                    <a:pt x="927" y="1"/>
                    <a:pt x="7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3066;p45">
              <a:extLst>
                <a:ext uri="{FF2B5EF4-FFF2-40B4-BE49-F238E27FC236}">
                  <a16:creationId xmlns:a16="http://schemas.microsoft.com/office/drawing/2014/main" id="{14C653BD-5216-A109-32CC-135EA5F31587}"/>
                </a:ext>
              </a:extLst>
            </p:cNvPr>
            <p:cNvSpPr/>
            <p:nvPr/>
          </p:nvSpPr>
          <p:spPr>
            <a:xfrm>
              <a:off x="1989340" y="1886025"/>
              <a:ext cx="36076" cy="147912"/>
            </a:xfrm>
            <a:custGeom>
              <a:avLst/>
              <a:gdLst/>
              <a:ahLst/>
              <a:cxnLst/>
              <a:rect l="l" t="t" r="r" b="b"/>
              <a:pathLst>
                <a:path w="1822" h="7513" extrusionOk="0">
                  <a:moveTo>
                    <a:pt x="1415" y="0"/>
                  </a:moveTo>
                  <a:cubicBezTo>
                    <a:pt x="1326" y="0"/>
                    <a:pt x="1236" y="33"/>
                    <a:pt x="1171" y="98"/>
                  </a:cubicBezTo>
                  <a:lnTo>
                    <a:pt x="456" y="846"/>
                  </a:lnTo>
                  <a:cubicBezTo>
                    <a:pt x="163" y="1139"/>
                    <a:pt x="1" y="1496"/>
                    <a:pt x="1" y="1919"/>
                  </a:cubicBezTo>
                  <a:lnTo>
                    <a:pt x="1" y="7155"/>
                  </a:lnTo>
                  <a:cubicBezTo>
                    <a:pt x="1" y="7350"/>
                    <a:pt x="163" y="7512"/>
                    <a:pt x="358" y="7512"/>
                  </a:cubicBezTo>
                  <a:cubicBezTo>
                    <a:pt x="554" y="7512"/>
                    <a:pt x="716" y="7350"/>
                    <a:pt x="716" y="7155"/>
                  </a:cubicBezTo>
                  <a:lnTo>
                    <a:pt x="716" y="1919"/>
                  </a:lnTo>
                  <a:cubicBezTo>
                    <a:pt x="716" y="1691"/>
                    <a:pt x="781" y="1496"/>
                    <a:pt x="944" y="1334"/>
                  </a:cubicBezTo>
                  <a:lnTo>
                    <a:pt x="1659" y="618"/>
                  </a:lnTo>
                  <a:cubicBezTo>
                    <a:pt x="1822" y="456"/>
                    <a:pt x="1822" y="261"/>
                    <a:pt x="1659" y="98"/>
                  </a:cubicBezTo>
                  <a:cubicBezTo>
                    <a:pt x="1594" y="33"/>
                    <a:pt x="1505" y="0"/>
                    <a:pt x="14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3067;p45">
              <a:extLst>
                <a:ext uri="{FF2B5EF4-FFF2-40B4-BE49-F238E27FC236}">
                  <a16:creationId xmlns:a16="http://schemas.microsoft.com/office/drawing/2014/main" id="{196F1965-EF04-9491-2D83-CF0EE12E625B}"/>
                </a:ext>
              </a:extLst>
            </p:cNvPr>
            <p:cNvSpPr/>
            <p:nvPr/>
          </p:nvSpPr>
          <p:spPr>
            <a:xfrm>
              <a:off x="2011872" y="1849524"/>
              <a:ext cx="50886" cy="47408"/>
            </a:xfrm>
            <a:custGeom>
              <a:avLst/>
              <a:gdLst/>
              <a:ahLst/>
              <a:cxnLst/>
              <a:rect l="l" t="t" r="r" b="b"/>
              <a:pathLst>
                <a:path w="2570" h="2408" extrusionOk="0">
                  <a:moveTo>
                    <a:pt x="1806" y="1"/>
                  </a:moveTo>
                  <a:cubicBezTo>
                    <a:pt x="1627" y="1"/>
                    <a:pt x="1448" y="66"/>
                    <a:pt x="1302" y="196"/>
                  </a:cubicBezTo>
                  <a:lnTo>
                    <a:pt x="294" y="1237"/>
                  </a:lnTo>
                  <a:cubicBezTo>
                    <a:pt x="1" y="1497"/>
                    <a:pt x="1" y="1952"/>
                    <a:pt x="294" y="2212"/>
                  </a:cubicBezTo>
                  <a:cubicBezTo>
                    <a:pt x="424" y="2342"/>
                    <a:pt x="602" y="2407"/>
                    <a:pt x="781" y="2407"/>
                  </a:cubicBezTo>
                  <a:cubicBezTo>
                    <a:pt x="960" y="2407"/>
                    <a:pt x="1139" y="2342"/>
                    <a:pt x="1269" y="2212"/>
                  </a:cubicBezTo>
                  <a:lnTo>
                    <a:pt x="2310" y="1172"/>
                  </a:lnTo>
                  <a:cubicBezTo>
                    <a:pt x="2570" y="911"/>
                    <a:pt x="2570" y="456"/>
                    <a:pt x="2310" y="196"/>
                  </a:cubicBezTo>
                  <a:cubicBezTo>
                    <a:pt x="2163" y="66"/>
                    <a:pt x="1985" y="1"/>
                    <a:pt x="18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8" name="Google Shape;3068;p45">
              <a:extLst>
                <a:ext uri="{FF2B5EF4-FFF2-40B4-BE49-F238E27FC236}">
                  <a16:creationId xmlns:a16="http://schemas.microsoft.com/office/drawing/2014/main" id="{5EB2E233-2E69-2A43-EB48-E379B7AD7437}"/>
                </a:ext>
              </a:extLst>
            </p:cNvPr>
            <p:cNvSpPr/>
            <p:nvPr/>
          </p:nvSpPr>
          <p:spPr>
            <a:xfrm>
              <a:off x="2033771" y="1857222"/>
              <a:ext cx="281398" cy="156220"/>
            </a:xfrm>
            <a:custGeom>
              <a:avLst/>
              <a:gdLst/>
              <a:ahLst/>
              <a:cxnLst/>
              <a:rect l="l" t="t" r="r" b="b"/>
              <a:pathLst>
                <a:path w="14212" h="7935" extrusionOk="0">
                  <a:moveTo>
                    <a:pt x="5724" y="0"/>
                  </a:moveTo>
                  <a:lnTo>
                    <a:pt x="5724" y="520"/>
                  </a:lnTo>
                  <a:cubicBezTo>
                    <a:pt x="5724" y="943"/>
                    <a:pt x="5431" y="1333"/>
                    <a:pt x="5009" y="1463"/>
                  </a:cubicBezTo>
                  <a:lnTo>
                    <a:pt x="2862" y="2081"/>
                  </a:lnTo>
                  <a:cubicBezTo>
                    <a:pt x="1204" y="2407"/>
                    <a:pt x="1" y="3837"/>
                    <a:pt x="1" y="5528"/>
                  </a:cubicBezTo>
                  <a:lnTo>
                    <a:pt x="1" y="7935"/>
                  </a:lnTo>
                  <a:lnTo>
                    <a:pt x="4813" y="7935"/>
                  </a:lnTo>
                  <a:lnTo>
                    <a:pt x="7090" y="7219"/>
                  </a:lnTo>
                  <a:lnTo>
                    <a:pt x="9366" y="7935"/>
                  </a:lnTo>
                  <a:lnTo>
                    <a:pt x="14212" y="7935"/>
                  </a:lnTo>
                  <a:lnTo>
                    <a:pt x="14212" y="5528"/>
                  </a:lnTo>
                  <a:cubicBezTo>
                    <a:pt x="14212" y="3837"/>
                    <a:pt x="13008" y="2407"/>
                    <a:pt x="11350" y="2081"/>
                  </a:cubicBezTo>
                  <a:lnTo>
                    <a:pt x="9334" y="1496"/>
                  </a:lnTo>
                  <a:lnTo>
                    <a:pt x="9171" y="1496"/>
                  </a:lnTo>
                  <a:cubicBezTo>
                    <a:pt x="8748" y="1366"/>
                    <a:pt x="8456" y="1008"/>
                    <a:pt x="8456" y="585"/>
                  </a:cubicBezTo>
                  <a:lnTo>
                    <a:pt x="8391" y="33"/>
                  </a:lnTo>
                  <a:lnTo>
                    <a:pt x="572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9" name="Google Shape;3069;p45">
              <a:extLst>
                <a:ext uri="{FF2B5EF4-FFF2-40B4-BE49-F238E27FC236}">
                  <a16:creationId xmlns:a16="http://schemas.microsoft.com/office/drawing/2014/main" id="{F36E446E-1385-55C0-084B-E890D08C9DC1}"/>
                </a:ext>
              </a:extLst>
            </p:cNvPr>
            <p:cNvSpPr/>
            <p:nvPr/>
          </p:nvSpPr>
          <p:spPr>
            <a:xfrm>
              <a:off x="2174133" y="1857222"/>
              <a:ext cx="141035" cy="156220"/>
            </a:xfrm>
            <a:custGeom>
              <a:avLst/>
              <a:gdLst/>
              <a:ahLst/>
              <a:cxnLst/>
              <a:rect l="l" t="t" r="r" b="b"/>
              <a:pathLst>
                <a:path w="7123" h="7935" extrusionOk="0">
                  <a:moveTo>
                    <a:pt x="1" y="0"/>
                  </a:moveTo>
                  <a:lnTo>
                    <a:pt x="1" y="1203"/>
                  </a:lnTo>
                  <a:cubicBezTo>
                    <a:pt x="1" y="1659"/>
                    <a:pt x="293" y="2049"/>
                    <a:pt x="716" y="2179"/>
                  </a:cubicBezTo>
                  <a:lnTo>
                    <a:pt x="2863" y="2764"/>
                  </a:lnTo>
                  <a:cubicBezTo>
                    <a:pt x="4521" y="3089"/>
                    <a:pt x="5724" y="4553"/>
                    <a:pt x="5724" y="6244"/>
                  </a:cubicBezTo>
                  <a:lnTo>
                    <a:pt x="5724" y="7935"/>
                  </a:lnTo>
                  <a:lnTo>
                    <a:pt x="7123" y="7935"/>
                  </a:lnTo>
                  <a:lnTo>
                    <a:pt x="7123" y="5528"/>
                  </a:lnTo>
                  <a:cubicBezTo>
                    <a:pt x="7123" y="3837"/>
                    <a:pt x="5919" y="2407"/>
                    <a:pt x="4261" y="2081"/>
                  </a:cubicBezTo>
                  <a:lnTo>
                    <a:pt x="2245" y="1496"/>
                  </a:lnTo>
                  <a:lnTo>
                    <a:pt x="1985" y="1496"/>
                  </a:lnTo>
                  <a:cubicBezTo>
                    <a:pt x="1529" y="1366"/>
                    <a:pt x="1302" y="1008"/>
                    <a:pt x="1302" y="553"/>
                  </a:cubicBezTo>
                  <a:lnTo>
                    <a:pt x="1269" y="13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0" name="Google Shape;3070;p45">
              <a:extLst>
                <a:ext uri="{FF2B5EF4-FFF2-40B4-BE49-F238E27FC236}">
                  <a16:creationId xmlns:a16="http://schemas.microsoft.com/office/drawing/2014/main" id="{E5EAE21D-7383-1CD8-AEEF-9F474FE7218C}"/>
                </a:ext>
              </a:extLst>
            </p:cNvPr>
            <p:cNvSpPr/>
            <p:nvPr/>
          </p:nvSpPr>
          <p:spPr>
            <a:xfrm>
              <a:off x="2130356" y="1886655"/>
              <a:ext cx="88229" cy="126788"/>
            </a:xfrm>
            <a:custGeom>
              <a:avLst/>
              <a:gdLst/>
              <a:ahLst/>
              <a:cxnLst/>
              <a:rect l="l" t="t" r="r" b="b"/>
              <a:pathLst>
                <a:path w="4456" h="6440" extrusionOk="0">
                  <a:moveTo>
                    <a:pt x="0" y="1"/>
                  </a:moveTo>
                  <a:lnTo>
                    <a:pt x="553" y="6440"/>
                  </a:lnTo>
                  <a:lnTo>
                    <a:pt x="3903" y="6440"/>
                  </a:lnTo>
                  <a:lnTo>
                    <a:pt x="445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1" name="Google Shape;3071;p45">
              <a:extLst>
                <a:ext uri="{FF2B5EF4-FFF2-40B4-BE49-F238E27FC236}">
                  <a16:creationId xmlns:a16="http://schemas.microsoft.com/office/drawing/2014/main" id="{C10DD4DB-DEC1-64E1-9BEA-FA494928BDA0}"/>
                </a:ext>
              </a:extLst>
            </p:cNvPr>
            <p:cNvSpPr/>
            <p:nvPr/>
          </p:nvSpPr>
          <p:spPr>
            <a:xfrm>
              <a:off x="2174787" y="1886655"/>
              <a:ext cx="43798" cy="20514"/>
            </a:xfrm>
            <a:custGeom>
              <a:avLst/>
              <a:gdLst/>
              <a:ahLst/>
              <a:cxnLst/>
              <a:rect l="l" t="t" r="r" b="b"/>
              <a:pathLst>
                <a:path w="2212" h="1042" extrusionOk="0">
                  <a:moveTo>
                    <a:pt x="0" y="1"/>
                  </a:moveTo>
                  <a:cubicBezTo>
                    <a:pt x="98" y="326"/>
                    <a:pt x="358" y="586"/>
                    <a:pt x="683" y="684"/>
                  </a:cubicBezTo>
                  <a:lnTo>
                    <a:pt x="2017" y="1042"/>
                  </a:lnTo>
                  <a:lnTo>
                    <a:pt x="2212" y="1"/>
                  </a:lnTo>
                  <a:close/>
                </a:path>
              </a:pathLst>
            </a:custGeom>
            <a:solidFill>
              <a:srgbClr val="F3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2" name="Google Shape;3072;p45">
              <a:extLst>
                <a:ext uri="{FF2B5EF4-FFF2-40B4-BE49-F238E27FC236}">
                  <a16:creationId xmlns:a16="http://schemas.microsoft.com/office/drawing/2014/main" id="{4663AE4A-7CF0-84E3-3176-97D3CD4DD792}"/>
                </a:ext>
              </a:extLst>
            </p:cNvPr>
            <p:cNvSpPr/>
            <p:nvPr/>
          </p:nvSpPr>
          <p:spPr>
            <a:xfrm>
              <a:off x="2130356" y="1857222"/>
              <a:ext cx="88229" cy="50597"/>
            </a:xfrm>
            <a:custGeom>
              <a:avLst/>
              <a:gdLst/>
              <a:ahLst/>
              <a:cxnLst/>
              <a:rect l="l" t="t" r="r" b="b"/>
              <a:pathLst>
                <a:path w="4456" h="2570" extrusionOk="0">
                  <a:moveTo>
                    <a:pt x="846" y="0"/>
                  </a:moveTo>
                  <a:lnTo>
                    <a:pt x="846" y="520"/>
                  </a:lnTo>
                  <a:cubicBezTo>
                    <a:pt x="846" y="976"/>
                    <a:pt x="553" y="1366"/>
                    <a:pt x="131" y="1463"/>
                  </a:cubicBezTo>
                  <a:lnTo>
                    <a:pt x="0" y="1496"/>
                  </a:lnTo>
                  <a:cubicBezTo>
                    <a:pt x="521" y="2146"/>
                    <a:pt x="1334" y="2569"/>
                    <a:pt x="2212" y="2569"/>
                  </a:cubicBezTo>
                  <a:cubicBezTo>
                    <a:pt x="3122" y="2569"/>
                    <a:pt x="3935" y="2146"/>
                    <a:pt x="4456" y="1496"/>
                  </a:cubicBezTo>
                  <a:lnTo>
                    <a:pt x="4228" y="1496"/>
                  </a:lnTo>
                  <a:cubicBezTo>
                    <a:pt x="3805" y="1366"/>
                    <a:pt x="3513" y="1008"/>
                    <a:pt x="3513" y="553"/>
                  </a:cubicBezTo>
                  <a:lnTo>
                    <a:pt x="3513" y="33"/>
                  </a:lnTo>
                  <a:lnTo>
                    <a:pt x="846" y="0"/>
                  </a:lnTo>
                  <a:close/>
                </a:path>
              </a:pathLst>
            </a:custGeom>
            <a:solidFill>
              <a:srgbClr val="C387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3" name="Google Shape;3073;p45">
              <a:extLst>
                <a:ext uri="{FF2B5EF4-FFF2-40B4-BE49-F238E27FC236}">
                  <a16:creationId xmlns:a16="http://schemas.microsoft.com/office/drawing/2014/main" id="{4929C762-B7D3-AFAE-AABA-51D13189E8B0}"/>
                </a:ext>
              </a:extLst>
            </p:cNvPr>
            <p:cNvSpPr/>
            <p:nvPr/>
          </p:nvSpPr>
          <p:spPr>
            <a:xfrm>
              <a:off x="2174133" y="1857222"/>
              <a:ext cx="44451" cy="45458"/>
            </a:xfrm>
            <a:custGeom>
              <a:avLst/>
              <a:gdLst/>
              <a:ahLst/>
              <a:cxnLst/>
              <a:rect l="l" t="t" r="r" b="b"/>
              <a:pathLst>
                <a:path w="2245" h="2309" extrusionOk="0">
                  <a:moveTo>
                    <a:pt x="1" y="0"/>
                  </a:moveTo>
                  <a:lnTo>
                    <a:pt x="1" y="1203"/>
                  </a:lnTo>
                  <a:cubicBezTo>
                    <a:pt x="1" y="1659"/>
                    <a:pt x="293" y="2049"/>
                    <a:pt x="716" y="2179"/>
                  </a:cubicBezTo>
                  <a:lnTo>
                    <a:pt x="1204" y="2309"/>
                  </a:lnTo>
                  <a:cubicBezTo>
                    <a:pt x="1627" y="2114"/>
                    <a:pt x="1952" y="1854"/>
                    <a:pt x="2245" y="1496"/>
                  </a:cubicBezTo>
                  <a:lnTo>
                    <a:pt x="2115" y="1463"/>
                  </a:lnTo>
                  <a:cubicBezTo>
                    <a:pt x="1985" y="1431"/>
                    <a:pt x="1854" y="1366"/>
                    <a:pt x="1757" y="1268"/>
                  </a:cubicBezTo>
                  <a:cubicBezTo>
                    <a:pt x="1529" y="1106"/>
                    <a:pt x="1399" y="813"/>
                    <a:pt x="1399" y="520"/>
                  </a:cubicBezTo>
                  <a:lnTo>
                    <a:pt x="1399" y="0"/>
                  </a:lnTo>
                  <a:close/>
                </a:path>
              </a:pathLst>
            </a:custGeom>
            <a:solidFill>
              <a:srgbClr val="B46E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1" name="Google Shape;3074;p45">
              <a:extLst>
                <a:ext uri="{FF2B5EF4-FFF2-40B4-BE49-F238E27FC236}">
                  <a16:creationId xmlns:a16="http://schemas.microsoft.com/office/drawing/2014/main" id="{3C375142-BD5F-48D4-F83A-496557AD1661}"/>
                </a:ext>
              </a:extLst>
            </p:cNvPr>
            <p:cNvSpPr/>
            <p:nvPr/>
          </p:nvSpPr>
          <p:spPr>
            <a:xfrm>
              <a:off x="2255907" y="1985900"/>
              <a:ext cx="14197" cy="33961"/>
            </a:xfrm>
            <a:custGeom>
              <a:avLst/>
              <a:gdLst/>
              <a:ahLst/>
              <a:cxnLst/>
              <a:rect l="l" t="t" r="r" b="b"/>
              <a:pathLst>
                <a:path w="717" h="1725" extrusionOk="0">
                  <a:moveTo>
                    <a:pt x="359" y="0"/>
                  </a:moveTo>
                  <a:cubicBezTo>
                    <a:pt x="163" y="0"/>
                    <a:pt x="1" y="163"/>
                    <a:pt x="1" y="326"/>
                  </a:cubicBezTo>
                  <a:lnTo>
                    <a:pt x="1" y="1399"/>
                  </a:lnTo>
                  <a:cubicBezTo>
                    <a:pt x="1" y="1594"/>
                    <a:pt x="163" y="1724"/>
                    <a:pt x="359" y="1724"/>
                  </a:cubicBezTo>
                  <a:cubicBezTo>
                    <a:pt x="554" y="1724"/>
                    <a:pt x="716" y="1594"/>
                    <a:pt x="716" y="1399"/>
                  </a:cubicBezTo>
                  <a:lnTo>
                    <a:pt x="716" y="326"/>
                  </a:lnTo>
                  <a:cubicBezTo>
                    <a:pt x="716" y="131"/>
                    <a:pt x="554" y="0"/>
                    <a:pt x="359" y="0"/>
                  </a:cubicBezTo>
                  <a:close/>
                </a:path>
              </a:pathLst>
            </a:custGeom>
            <a:solidFill>
              <a:srgbClr val="000000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2" name="Google Shape;3075;p45">
              <a:extLst>
                <a:ext uri="{FF2B5EF4-FFF2-40B4-BE49-F238E27FC236}">
                  <a16:creationId xmlns:a16="http://schemas.microsoft.com/office/drawing/2014/main" id="{B5E5C6AD-C937-97A2-3084-2F6609DCD72A}"/>
                </a:ext>
              </a:extLst>
            </p:cNvPr>
            <p:cNvSpPr/>
            <p:nvPr/>
          </p:nvSpPr>
          <p:spPr>
            <a:xfrm>
              <a:off x="2078836" y="1985900"/>
              <a:ext cx="13543" cy="33961"/>
            </a:xfrm>
            <a:custGeom>
              <a:avLst/>
              <a:gdLst/>
              <a:ahLst/>
              <a:cxnLst/>
              <a:rect l="l" t="t" r="r" b="b"/>
              <a:pathLst>
                <a:path w="684" h="1725" extrusionOk="0">
                  <a:moveTo>
                    <a:pt x="359" y="0"/>
                  </a:moveTo>
                  <a:cubicBezTo>
                    <a:pt x="164" y="0"/>
                    <a:pt x="1" y="163"/>
                    <a:pt x="1" y="326"/>
                  </a:cubicBezTo>
                  <a:lnTo>
                    <a:pt x="1" y="1399"/>
                  </a:lnTo>
                  <a:cubicBezTo>
                    <a:pt x="1" y="1594"/>
                    <a:pt x="131" y="1724"/>
                    <a:pt x="359" y="1724"/>
                  </a:cubicBezTo>
                  <a:cubicBezTo>
                    <a:pt x="554" y="1724"/>
                    <a:pt x="684" y="1594"/>
                    <a:pt x="684" y="1399"/>
                  </a:cubicBezTo>
                  <a:lnTo>
                    <a:pt x="684" y="326"/>
                  </a:lnTo>
                  <a:cubicBezTo>
                    <a:pt x="684" y="131"/>
                    <a:pt x="554" y="0"/>
                    <a:pt x="359" y="0"/>
                  </a:cubicBezTo>
                  <a:close/>
                </a:path>
              </a:pathLst>
            </a:custGeom>
            <a:solidFill>
              <a:srgbClr val="000000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3" name="Google Shape;3076;p45">
              <a:extLst>
                <a:ext uri="{FF2B5EF4-FFF2-40B4-BE49-F238E27FC236}">
                  <a16:creationId xmlns:a16="http://schemas.microsoft.com/office/drawing/2014/main" id="{EF900968-E208-8070-92EF-FB88AED271AA}"/>
                </a:ext>
              </a:extLst>
            </p:cNvPr>
            <p:cNvSpPr/>
            <p:nvPr/>
          </p:nvSpPr>
          <p:spPr>
            <a:xfrm>
              <a:off x="2084004" y="1771424"/>
              <a:ext cx="41857" cy="42269"/>
            </a:xfrm>
            <a:custGeom>
              <a:avLst/>
              <a:gdLst/>
              <a:ahLst/>
              <a:cxnLst/>
              <a:rect l="l" t="t" r="r" b="b"/>
              <a:pathLst>
                <a:path w="2114" h="2147" extrusionOk="0">
                  <a:moveTo>
                    <a:pt x="1106" y="0"/>
                  </a:moveTo>
                  <a:cubicBezTo>
                    <a:pt x="488" y="0"/>
                    <a:pt x="0" y="488"/>
                    <a:pt x="0" y="1074"/>
                  </a:cubicBezTo>
                  <a:cubicBezTo>
                    <a:pt x="0" y="1659"/>
                    <a:pt x="488" y="2147"/>
                    <a:pt x="1106" y="2147"/>
                  </a:cubicBezTo>
                  <a:lnTo>
                    <a:pt x="2114" y="2147"/>
                  </a:lnTo>
                  <a:lnTo>
                    <a:pt x="2114" y="0"/>
                  </a:lnTo>
                  <a:close/>
                </a:path>
              </a:pathLst>
            </a:custGeom>
            <a:solidFill>
              <a:srgbClr val="B46E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4" name="Google Shape;3077;p45">
              <a:extLst>
                <a:ext uri="{FF2B5EF4-FFF2-40B4-BE49-F238E27FC236}">
                  <a16:creationId xmlns:a16="http://schemas.microsoft.com/office/drawing/2014/main" id="{72C4FEBF-70FA-7F76-5DF5-6800F26B2536}"/>
                </a:ext>
              </a:extLst>
            </p:cNvPr>
            <p:cNvSpPr/>
            <p:nvPr/>
          </p:nvSpPr>
          <p:spPr>
            <a:xfrm>
              <a:off x="2223079" y="1771424"/>
              <a:ext cx="41224" cy="42269"/>
            </a:xfrm>
            <a:custGeom>
              <a:avLst/>
              <a:gdLst/>
              <a:ahLst/>
              <a:cxnLst/>
              <a:rect l="l" t="t" r="r" b="b"/>
              <a:pathLst>
                <a:path w="2082" h="2147" extrusionOk="0">
                  <a:moveTo>
                    <a:pt x="0" y="0"/>
                  </a:moveTo>
                  <a:lnTo>
                    <a:pt x="0" y="2147"/>
                  </a:lnTo>
                  <a:lnTo>
                    <a:pt x="1008" y="2147"/>
                  </a:lnTo>
                  <a:cubicBezTo>
                    <a:pt x="1594" y="2147"/>
                    <a:pt x="2082" y="1659"/>
                    <a:pt x="2082" y="1074"/>
                  </a:cubicBezTo>
                  <a:cubicBezTo>
                    <a:pt x="2082" y="488"/>
                    <a:pt x="1594" y="0"/>
                    <a:pt x="1008" y="0"/>
                  </a:cubicBezTo>
                  <a:close/>
                </a:path>
              </a:pathLst>
            </a:custGeom>
            <a:solidFill>
              <a:srgbClr val="C387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5" name="Google Shape;3078;p45">
              <a:extLst>
                <a:ext uri="{FF2B5EF4-FFF2-40B4-BE49-F238E27FC236}">
                  <a16:creationId xmlns:a16="http://schemas.microsoft.com/office/drawing/2014/main" id="{A591A8C4-459B-9422-02C9-82BCDFEA0D60}"/>
                </a:ext>
              </a:extLst>
            </p:cNvPr>
            <p:cNvSpPr/>
            <p:nvPr/>
          </p:nvSpPr>
          <p:spPr>
            <a:xfrm>
              <a:off x="2111684" y="1681157"/>
              <a:ext cx="124938" cy="108203"/>
            </a:xfrm>
            <a:custGeom>
              <a:avLst/>
              <a:gdLst/>
              <a:ahLst/>
              <a:cxnLst/>
              <a:rect l="l" t="t" r="r" b="b"/>
              <a:pathLst>
                <a:path w="6310" h="5496" extrusionOk="0">
                  <a:moveTo>
                    <a:pt x="1399" y="0"/>
                  </a:moveTo>
                  <a:cubicBezTo>
                    <a:pt x="651" y="0"/>
                    <a:pt x="0" y="618"/>
                    <a:pt x="0" y="1399"/>
                  </a:cubicBezTo>
                  <a:lnTo>
                    <a:pt x="0" y="5496"/>
                  </a:lnTo>
                  <a:lnTo>
                    <a:pt x="6309" y="5496"/>
                  </a:lnTo>
                  <a:lnTo>
                    <a:pt x="6309" y="1399"/>
                  </a:lnTo>
                  <a:cubicBezTo>
                    <a:pt x="6309" y="618"/>
                    <a:pt x="5691" y="0"/>
                    <a:pt x="49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6" name="Google Shape;3079;p45">
              <a:extLst>
                <a:ext uri="{FF2B5EF4-FFF2-40B4-BE49-F238E27FC236}">
                  <a16:creationId xmlns:a16="http://schemas.microsoft.com/office/drawing/2014/main" id="{A7048CBF-7BD6-A48B-F3E3-9E46D94E3E59}"/>
                </a:ext>
              </a:extLst>
            </p:cNvPr>
            <p:cNvSpPr/>
            <p:nvPr/>
          </p:nvSpPr>
          <p:spPr>
            <a:xfrm>
              <a:off x="2181222" y="1681157"/>
              <a:ext cx="55400" cy="107572"/>
            </a:xfrm>
            <a:custGeom>
              <a:avLst/>
              <a:gdLst/>
              <a:ahLst/>
              <a:cxnLst/>
              <a:rect l="l" t="t" r="r" b="b"/>
              <a:pathLst>
                <a:path w="2798" h="5464" extrusionOk="0">
                  <a:moveTo>
                    <a:pt x="1" y="0"/>
                  </a:moveTo>
                  <a:cubicBezTo>
                    <a:pt x="781" y="0"/>
                    <a:pt x="1399" y="618"/>
                    <a:pt x="1399" y="1399"/>
                  </a:cubicBezTo>
                  <a:lnTo>
                    <a:pt x="1399" y="5463"/>
                  </a:lnTo>
                  <a:lnTo>
                    <a:pt x="2797" y="4585"/>
                  </a:lnTo>
                  <a:lnTo>
                    <a:pt x="2797" y="1399"/>
                  </a:lnTo>
                  <a:cubicBezTo>
                    <a:pt x="2797" y="651"/>
                    <a:pt x="2179" y="0"/>
                    <a:pt x="1399" y="0"/>
                  </a:cubicBezTo>
                  <a:close/>
                </a:path>
              </a:pathLst>
            </a:custGeom>
            <a:solidFill>
              <a:srgbClr val="000000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7" name="Google Shape;3080;p45">
              <a:extLst>
                <a:ext uri="{FF2B5EF4-FFF2-40B4-BE49-F238E27FC236}">
                  <a16:creationId xmlns:a16="http://schemas.microsoft.com/office/drawing/2014/main" id="{F885B609-085E-EE80-3A62-8DC5E02CEA45}"/>
                </a:ext>
              </a:extLst>
            </p:cNvPr>
            <p:cNvSpPr/>
            <p:nvPr/>
          </p:nvSpPr>
          <p:spPr>
            <a:xfrm>
              <a:off x="2111684" y="1750043"/>
              <a:ext cx="124938" cy="114916"/>
            </a:xfrm>
            <a:custGeom>
              <a:avLst/>
              <a:gdLst/>
              <a:ahLst/>
              <a:cxnLst/>
              <a:rect l="l" t="t" r="r" b="b"/>
              <a:pathLst>
                <a:path w="6310" h="5837" extrusionOk="0">
                  <a:moveTo>
                    <a:pt x="4311" y="0"/>
                  </a:moveTo>
                  <a:cubicBezTo>
                    <a:pt x="4267" y="0"/>
                    <a:pt x="4225" y="17"/>
                    <a:pt x="4195" y="46"/>
                  </a:cubicBezTo>
                  <a:cubicBezTo>
                    <a:pt x="3838" y="338"/>
                    <a:pt x="3252" y="761"/>
                    <a:pt x="2472" y="1021"/>
                  </a:cubicBezTo>
                  <a:cubicBezTo>
                    <a:pt x="1979" y="1166"/>
                    <a:pt x="1518" y="1214"/>
                    <a:pt x="1121" y="1214"/>
                  </a:cubicBezTo>
                  <a:cubicBezTo>
                    <a:pt x="628" y="1214"/>
                    <a:pt x="235" y="1140"/>
                    <a:pt x="0" y="1086"/>
                  </a:cubicBezTo>
                  <a:lnTo>
                    <a:pt x="0" y="2842"/>
                  </a:lnTo>
                  <a:cubicBezTo>
                    <a:pt x="0" y="4078"/>
                    <a:pt x="716" y="5151"/>
                    <a:pt x="1789" y="5672"/>
                  </a:cubicBezTo>
                  <a:cubicBezTo>
                    <a:pt x="2106" y="5818"/>
                    <a:pt x="2716" y="5836"/>
                    <a:pt x="3001" y="5836"/>
                  </a:cubicBezTo>
                  <a:cubicBezTo>
                    <a:pt x="3096" y="5836"/>
                    <a:pt x="3155" y="5834"/>
                    <a:pt x="3155" y="5834"/>
                  </a:cubicBezTo>
                  <a:cubicBezTo>
                    <a:pt x="3285" y="5834"/>
                    <a:pt x="3411" y="5836"/>
                    <a:pt x="3533" y="5836"/>
                  </a:cubicBezTo>
                  <a:cubicBezTo>
                    <a:pt x="3901" y="5836"/>
                    <a:pt x="4236" y="5818"/>
                    <a:pt x="4553" y="5672"/>
                  </a:cubicBezTo>
                  <a:cubicBezTo>
                    <a:pt x="5594" y="5151"/>
                    <a:pt x="6309" y="4078"/>
                    <a:pt x="6309" y="2842"/>
                  </a:cubicBezTo>
                  <a:lnTo>
                    <a:pt x="6309" y="1086"/>
                  </a:lnTo>
                  <a:cubicBezTo>
                    <a:pt x="6147" y="1086"/>
                    <a:pt x="5626" y="1086"/>
                    <a:pt x="5106" y="761"/>
                  </a:cubicBezTo>
                  <a:cubicBezTo>
                    <a:pt x="4781" y="534"/>
                    <a:pt x="4586" y="273"/>
                    <a:pt x="4456" y="78"/>
                  </a:cubicBezTo>
                  <a:cubicBezTo>
                    <a:pt x="4420" y="25"/>
                    <a:pt x="4364" y="0"/>
                    <a:pt x="4311" y="0"/>
                  </a:cubicBezTo>
                  <a:close/>
                </a:path>
              </a:pathLst>
            </a:custGeom>
            <a:solidFill>
              <a:srgbClr val="C387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8" name="Google Shape;3081;p45">
              <a:extLst>
                <a:ext uri="{FF2B5EF4-FFF2-40B4-BE49-F238E27FC236}">
                  <a16:creationId xmlns:a16="http://schemas.microsoft.com/office/drawing/2014/main" id="{71967401-C8FB-FCDD-C7DB-90D4C5D6471D}"/>
                </a:ext>
              </a:extLst>
            </p:cNvPr>
            <p:cNvSpPr/>
            <p:nvPr/>
          </p:nvSpPr>
          <p:spPr>
            <a:xfrm>
              <a:off x="2147087" y="1761817"/>
              <a:ext cx="89536" cy="106293"/>
            </a:xfrm>
            <a:custGeom>
              <a:avLst/>
              <a:gdLst/>
              <a:ahLst/>
              <a:cxnLst/>
              <a:rect l="l" t="t" r="r" b="b"/>
              <a:pathLst>
                <a:path w="4522" h="5399" extrusionOk="0">
                  <a:moveTo>
                    <a:pt x="3123" y="1"/>
                  </a:moveTo>
                  <a:lnTo>
                    <a:pt x="3123" y="2244"/>
                  </a:lnTo>
                  <a:cubicBezTo>
                    <a:pt x="3123" y="2440"/>
                    <a:pt x="3155" y="3415"/>
                    <a:pt x="2440" y="4228"/>
                  </a:cubicBezTo>
                  <a:cubicBezTo>
                    <a:pt x="1754" y="4985"/>
                    <a:pt x="845" y="5088"/>
                    <a:pt x="350" y="5088"/>
                  </a:cubicBezTo>
                  <a:cubicBezTo>
                    <a:pt x="164" y="5088"/>
                    <a:pt x="36" y="5074"/>
                    <a:pt x="1" y="5074"/>
                  </a:cubicBezTo>
                  <a:cubicBezTo>
                    <a:pt x="261" y="5204"/>
                    <a:pt x="619" y="5334"/>
                    <a:pt x="1042" y="5366"/>
                  </a:cubicBezTo>
                  <a:cubicBezTo>
                    <a:pt x="1139" y="5366"/>
                    <a:pt x="1269" y="5399"/>
                    <a:pt x="1367" y="5399"/>
                  </a:cubicBezTo>
                  <a:cubicBezTo>
                    <a:pt x="3123" y="5399"/>
                    <a:pt x="4521" y="3968"/>
                    <a:pt x="4521" y="2244"/>
                  </a:cubicBezTo>
                  <a:lnTo>
                    <a:pt x="4521" y="488"/>
                  </a:lnTo>
                  <a:cubicBezTo>
                    <a:pt x="4359" y="488"/>
                    <a:pt x="3838" y="488"/>
                    <a:pt x="3318" y="163"/>
                  </a:cubicBezTo>
                  <a:cubicBezTo>
                    <a:pt x="3253" y="131"/>
                    <a:pt x="3188" y="66"/>
                    <a:pt x="3123" y="1"/>
                  </a:cubicBezTo>
                  <a:close/>
                </a:path>
              </a:pathLst>
            </a:custGeom>
            <a:solidFill>
              <a:srgbClr val="B46E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9" name="Google Shape;3082;p45">
              <a:extLst>
                <a:ext uri="{FF2B5EF4-FFF2-40B4-BE49-F238E27FC236}">
                  <a16:creationId xmlns:a16="http://schemas.microsoft.com/office/drawing/2014/main" id="{321FA8D2-1030-A192-262E-5672B4FBC857}"/>
                </a:ext>
              </a:extLst>
            </p:cNvPr>
            <p:cNvSpPr/>
            <p:nvPr/>
          </p:nvSpPr>
          <p:spPr>
            <a:xfrm>
              <a:off x="2193458" y="1886655"/>
              <a:ext cx="57321" cy="126788"/>
            </a:xfrm>
            <a:custGeom>
              <a:avLst/>
              <a:gdLst/>
              <a:ahLst/>
              <a:cxnLst/>
              <a:rect l="l" t="t" r="r" b="b"/>
              <a:pathLst>
                <a:path w="2895" h="6440" extrusionOk="0">
                  <a:moveTo>
                    <a:pt x="1269" y="1"/>
                  </a:moveTo>
                  <a:lnTo>
                    <a:pt x="0" y="6440"/>
                  </a:lnTo>
                  <a:lnTo>
                    <a:pt x="1301" y="6440"/>
                  </a:lnTo>
                  <a:lnTo>
                    <a:pt x="2830" y="3123"/>
                  </a:lnTo>
                  <a:cubicBezTo>
                    <a:pt x="2895" y="2993"/>
                    <a:pt x="2862" y="2830"/>
                    <a:pt x="2765" y="2733"/>
                  </a:cubicBezTo>
                  <a:lnTo>
                    <a:pt x="2407" y="2440"/>
                  </a:lnTo>
                  <a:cubicBezTo>
                    <a:pt x="2309" y="2375"/>
                    <a:pt x="2277" y="2212"/>
                    <a:pt x="2309" y="2082"/>
                  </a:cubicBezTo>
                  <a:lnTo>
                    <a:pt x="2862" y="456"/>
                  </a:lnTo>
                  <a:lnTo>
                    <a:pt x="126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0" name="Google Shape;3083;p45">
              <a:extLst>
                <a:ext uri="{FF2B5EF4-FFF2-40B4-BE49-F238E27FC236}">
                  <a16:creationId xmlns:a16="http://schemas.microsoft.com/office/drawing/2014/main" id="{416A9FC4-FA6F-9BEF-3BDC-CC87B8DEEA16}"/>
                </a:ext>
              </a:extLst>
            </p:cNvPr>
            <p:cNvSpPr/>
            <p:nvPr/>
          </p:nvSpPr>
          <p:spPr>
            <a:xfrm>
              <a:off x="2097507" y="1886655"/>
              <a:ext cx="57341" cy="126788"/>
            </a:xfrm>
            <a:custGeom>
              <a:avLst/>
              <a:gdLst/>
              <a:ahLst/>
              <a:cxnLst/>
              <a:rect l="l" t="t" r="r" b="b"/>
              <a:pathLst>
                <a:path w="2896" h="6440" extrusionOk="0">
                  <a:moveTo>
                    <a:pt x="1659" y="1"/>
                  </a:moveTo>
                  <a:lnTo>
                    <a:pt x="66" y="456"/>
                  </a:lnTo>
                  <a:lnTo>
                    <a:pt x="586" y="2082"/>
                  </a:lnTo>
                  <a:cubicBezTo>
                    <a:pt x="651" y="2212"/>
                    <a:pt x="586" y="2375"/>
                    <a:pt x="489" y="2440"/>
                  </a:cubicBezTo>
                  <a:lnTo>
                    <a:pt x="164" y="2733"/>
                  </a:lnTo>
                  <a:cubicBezTo>
                    <a:pt x="34" y="2830"/>
                    <a:pt x="1" y="2993"/>
                    <a:pt x="66" y="3123"/>
                  </a:cubicBezTo>
                  <a:lnTo>
                    <a:pt x="1594" y="6440"/>
                  </a:lnTo>
                  <a:lnTo>
                    <a:pt x="2895" y="6440"/>
                  </a:lnTo>
                  <a:lnTo>
                    <a:pt x="165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1" name="Google Shape;3084;p45">
              <a:extLst>
                <a:ext uri="{FF2B5EF4-FFF2-40B4-BE49-F238E27FC236}">
                  <a16:creationId xmlns:a16="http://schemas.microsoft.com/office/drawing/2014/main" id="{8FDF672E-4CE7-BF6D-B6F3-D30457647FA1}"/>
                </a:ext>
              </a:extLst>
            </p:cNvPr>
            <p:cNvSpPr/>
            <p:nvPr/>
          </p:nvSpPr>
          <p:spPr>
            <a:xfrm>
              <a:off x="1999002" y="2039686"/>
              <a:ext cx="350302" cy="104363"/>
            </a:xfrm>
            <a:custGeom>
              <a:avLst/>
              <a:gdLst/>
              <a:ahLst/>
              <a:cxnLst/>
              <a:rect l="l" t="t" r="r" b="b"/>
              <a:pathLst>
                <a:path w="17692" h="5301" extrusionOk="0">
                  <a:moveTo>
                    <a:pt x="0" y="0"/>
                  </a:moveTo>
                  <a:lnTo>
                    <a:pt x="1431" y="5073"/>
                  </a:lnTo>
                  <a:cubicBezTo>
                    <a:pt x="1496" y="5203"/>
                    <a:pt x="1594" y="5301"/>
                    <a:pt x="1757" y="5301"/>
                  </a:cubicBezTo>
                  <a:lnTo>
                    <a:pt x="15968" y="5301"/>
                  </a:lnTo>
                  <a:cubicBezTo>
                    <a:pt x="16098" y="5301"/>
                    <a:pt x="16228" y="5203"/>
                    <a:pt x="16260" y="5073"/>
                  </a:cubicBezTo>
                  <a:lnTo>
                    <a:pt x="1769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2" name="Google Shape;3085;p45">
              <a:extLst>
                <a:ext uri="{FF2B5EF4-FFF2-40B4-BE49-F238E27FC236}">
                  <a16:creationId xmlns:a16="http://schemas.microsoft.com/office/drawing/2014/main" id="{CE193C6D-1A2E-993C-8BF5-FCECD6DA69C8}"/>
                </a:ext>
              </a:extLst>
            </p:cNvPr>
            <p:cNvSpPr/>
            <p:nvPr/>
          </p:nvSpPr>
          <p:spPr>
            <a:xfrm>
              <a:off x="2287469" y="2039686"/>
              <a:ext cx="61835" cy="104363"/>
            </a:xfrm>
            <a:custGeom>
              <a:avLst/>
              <a:gdLst/>
              <a:ahLst/>
              <a:cxnLst/>
              <a:rect l="l" t="t" r="r" b="b"/>
              <a:pathLst>
                <a:path w="3123" h="5301" extrusionOk="0">
                  <a:moveTo>
                    <a:pt x="1724" y="0"/>
                  </a:moveTo>
                  <a:lnTo>
                    <a:pt x="293" y="5073"/>
                  </a:lnTo>
                  <a:cubicBezTo>
                    <a:pt x="260" y="5203"/>
                    <a:pt x="130" y="5301"/>
                    <a:pt x="0" y="5301"/>
                  </a:cubicBezTo>
                  <a:lnTo>
                    <a:pt x="1399" y="5301"/>
                  </a:lnTo>
                  <a:cubicBezTo>
                    <a:pt x="1529" y="5301"/>
                    <a:pt x="1659" y="5203"/>
                    <a:pt x="1691" y="5073"/>
                  </a:cubicBezTo>
                  <a:lnTo>
                    <a:pt x="3122" y="0"/>
                  </a:lnTo>
                  <a:close/>
                </a:path>
              </a:pathLst>
            </a:custGeom>
            <a:solidFill>
              <a:srgbClr val="000000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3" name="Google Shape;3086;p45">
              <a:extLst>
                <a:ext uri="{FF2B5EF4-FFF2-40B4-BE49-F238E27FC236}">
                  <a16:creationId xmlns:a16="http://schemas.microsoft.com/office/drawing/2014/main" id="{3CCADA42-A994-6115-7708-1A79DE2839D9}"/>
                </a:ext>
              </a:extLst>
            </p:cNvPr>
            <p:cNvSpPr/>
            <p:nvPr/>
          </p:nvSpPr>
          <p:spPr>
            <a:xfrm>
              <a:off x="1968748" y="2013423"/>
              <a:ext cx="411464" cy="53806"/>
            </a:xfrm>
            <a:custGeom>
              <a:avLst/>
              <a:gdLst/>
              <a:ahLst/>
              <a:cxnLst/>
              <a:rect l="l" t="t" r="r" b="b"/>
              <a:pathLst>
                <a:path w="20781" h="2733" extrusionOk="0">
                  <a:moveTo>
                    <a:pt x="683" y="1"/>
                  </a:moveTo>
                  <a:cubicBezTo>
                    <a:pt x="325" y="1"/>
                    <a:pt x="0" y="294"/>
                    <a:pt x="0" y="684"/>
                  </a:cubicBezTo>
                  <a:lnTo>
                    <a:pt x="0" y="2050"/>
                  </a:lnTo>
                  <a:cubicBezTo>
                    <a:pt x="0" y="2407"/>
                    <a:pt x="325" y="2732"/>
                    <a:pt x="683" y="2732"/>
                  </a:cubicBezTo>
                  <a:lnTo>
                    <a:pt x="20065" y="2732"/>
                  </a:lnTo>
                  <a:cubicBezTo>
                    <a:pt x="20455" y="2732"/>
                    <a:pt x="20780" y="2407"/>
                    <a:pt x="20780" y="2050"/>
                  </a:cubicBezTo>
                  <a:lnTo>
                    <a:pt x="20780" y="684"/>
                  </a:lnTo>
                  <a:cubicBezTo>
                    <a:pt x="20780" y="294"/>
                    <a:pt x="20455" y="1"/>
                    <a:pt x="200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4" name="Google Shape;3087;p45">
              <a:extLst>
                <a:ext uri="{FF2B5EF4-FFF2-40B4-BE49-F238E27FC236}">
                  <a16:creationId xmlns:a16="http://schemas.microsoft.com/office/drawing/2014/main" id="{1F611570-5D0A-1CA0-37D1-0C000C71460F}"/>
                </a:ext>
              </a:extLst>
            </p:cNvPr>
            <p:cNvSpPr/>
            <p:nvPr/>
          </p:nvSpPr>
          <p:spPr>
            <a:xfrm>
              <a:off x="2338335" y="2013423"/>
              <a:ext cx="41877" cy="53806"/>
            </a:xfrm>
            <a:custGeom>
              <a:avLst/>
              <a:gdLst/>
              <a:ahLst/>
              <a:cxnLst/>
              <a:rect l="l" t="t" r="r" b="b"/>
              <a:pathLst>
                <a:path w="2115" h="2733" extrusionOk="0">
                  <a:moveTo>
                    <a:pt x="0" y="1"/>
                  </a:moveTo>
                  <a:cubicBezTo>
                    <a:pt x="391" y="1"/>
                    <a:pt x="716" y="294"/>
                    <a:pt x="716" y="684"/>
                  </a:cubicBezTo>
                  <a:lnTo>
                    <a:pt x="716" y="2017"/>
                  </a:lnTo>
                  <a:cubicBezTo>
                    <a:pt x="716" y="2407"/>
                    <a:pt x="391" y="2732"/>
                    <a:pt x="0" y="2732"/>
                  </a:cubicBezTo>
                  <a:lnTo>
                    <a:pt x="1399" y="2732"/>
                  </a:lnTo>
                  <a:cubicBezTo>
                    <a:pt x="1789" y="2732"/>
                    <a:pt x="2114" y="2407"/>
                    <a:pt x="2114" y="2017"/>
                  </a:cubicBezTo>
                  <a:lnTo>
                    <a:pt x="2114" y="684"/>
                  </a:lnTo>
                  <a:cubicBezTo>
                    <a:pt x="2114" y="294"/>
                    <a:pt x="1789" y="1"/>
                    <a:pt x="1399" y="1"/>
                  </a:cubicBezTo>
                  <a:close/>
                </a:path>
              </a:pathLst>
            </a:custGeom>
            <a:solidFill>
              <a:srgbClr val="000000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71" name="Google Shape;403;p20">
            <a:extLst>
              <a:ext uri="{FF2B5EF4-FFF2-40B4-BE49-F238E27FC236}">
                <a16:creationId xmlns:a16="http://schemas.microsoft.com/office/drawing/2014/main" id="{DD75E229-C4CA-114E-C949-25C79A72EEAD}"/>
              </a:ext>
            </a:extLst>
          </p:cNvPr>
          <p:cNvSpPr txBox="1"/>
          <p:nvPr/>
        </p:nvSpPr>
        <p:spPr>
          <a:xfrm>
            <a:off x="2448391" y="1603662"/>
            <a:ext cx="25377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7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NGOUBILI Irch Defluviaire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Data Science - ISSEA</a:t>
            </a:r>
            <a:endParaRPr sz="1100" dirty="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3172" name="Google Shape;403;p20">
            <a:extLst>
              <a:ext uri="{FF2B5EF4-FFF2-40B4-BE49-F238E27FC236}">
                <a16:creationId xmlns:a16="http://schemas.microsoft.com/office/drawing/2014/main" id="{378BB965-349C-B74C-3788-22FF3FFB0648}"/>
              </a:ext>
            </a:extLst>
          </p:cNvPr>
          <p:cNvSpPr txBox="1"/>
          <p:nvPr/>
        </p:nvSpPr>
        <p:spPr>
          <a:xfrm>
            <a:off x="6778615" y="1603662"/>
            <a:ext cx="25377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7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TSAFACK FOTSO Blhack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Genie Informatique - ENSPY</a:t>
            </a:r>
            <a:endParaRPr sz="1100" dirty="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3173" name="Google Shape;403;p20">
            <a:extLst>
              <a:ext uri="{FF2B5EF4-FFF2-40B4-BE49-F238E27FC236}">
                <a16:creationId xmlns:a16="http://schemas.microsoft.com/office/drawing/2014/main" id="{901E8DA0-15FE-F713-5753-CC84F182D930}"/>
              </a:ext>
            </a:extLst>
          </p:cNvPr>
          <p:cNvSpPr txBox="1"/>
          <p:nvPr/>
        </p:nvSpPr>
        <p:spPr>
          <a:xfrm>
            <a:off x="2448391" y="2847434"/>
            <a:ext cx="25377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7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TOULEPI FOUDJO Jordan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Genie Informatique - ENSPY</a:t>
            </a:r>
            <a:endParaRPr sz="1100" dirty="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3174" name="Google Shape;403;p20">
            <a:extLst>
              <a:ext uri="{FF2B5EF4-FFF2-40B4-BE49-F238E27FC236}">
                <a16:creationId xmlns:a16="http://schemas.microsoft.com/office/drawing/2014/main" id="{07FEDE8D-712B-F3D8-1B05-77C55A2111FF}"/>
              </a:ext>
            </a:extLst>
          </p:cNvPr>
          <p:cNvSpPr txBox="1"/>
          <p:nvPr/>
        </p:nvSpPr>
        <p:spPr>
          <a:xfrm>
            <a:off x="3924624" y="3977653"/>
            <a:ext cx="25377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7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NOUPOUE SILATCHOU Merveille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Data Science - ENSPY</a:t>
            </a:r>
            <a:endParaRPr sz="1100" dirty="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3201" name="Google Shape;3026;p45">
            <a:extLst>
              <a:ext uri="{FF2B5EF4-FFF2-40B4-BE49-F238E27FC236}">
                <a16:creationId xmlns:a16="http://schemas.microsoft.com/office/drawing/2014/main" id="{BD9A6AF1-CF29-F294-E7B8-5B136223627A}"/>
              </a:ext>
            </a:extLst>
          </p:cNvPr>
          <p:cNvSpPr/>
          <p:nvPr/>
        </p:nvSpPr>
        <p:spPr>
          <a:xfrm>
            <a:off x="5297901" y="2955871"/>
            <a:ext cx="260700" cy="260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2" name="Google Shape;3015;p45">
            <a:extLst>
              <a:ext uri="{FF2B5EF4-FFF2-40B4-BE49-F238E27FC236}">
                <a16:creationId xmlns:a16="http://schemas.microsoft.com/office/drawing/2014/main" id="{449EBD8C-37B2-8F11-9CE8-1E6FEB1F91D6}"/>
              </a:ext>
            </a:extLst>
          </p:cNvPr>
          <p:cNvSpPr/>
          <p:nvPr/>
        </p:nvSpPr>
        <p:spPr>
          <a:xfrm rot="-2700000">
            <a:off x="5854201" y="2707839"/>
            <a:ext cx="753493" cy="75349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03" name="Google Shape;3063;p45">
            <a:extLst>
              <a:ext uri="{FF2B5EF4-FFF2-40B4-BE49-F238E27FC236}">
                <a16:creationId xmlns:a16="http://schemas.microsoft.com/office/drawing/2014/main" id="{2E6FB1F0-4F50-719A-52C7-6C5BC0619C74}"/>
              </a:ext>
            </a:extLst>
          </p:cNvPr>
          <p:cNvGrpSpPr/>
          <p:nvPr/>
        </p:nvGrpSpPr>
        <p:grpSpPr>
          <a:xfrm>
            <a:off x="6025270" y="2853147"/>
            <a:ext cx="411464" cy="462893"/>
            <a:chOff x="1968748" y="1681157"/>
            <a:chExt cx="411464" cy="462893"/>
          </a:xfrm>
        </p:grpSpPr>
        <p:sp>
          <p:nvSpPr>
            <p:cNvPr id="3204" name="Google Shape;3064;p45">
              <a:extLst>
                <a:ext uri="{FF2B5EF4-FFF2-40B4-BE49-F238E27FC236}">
                  <a16:creationId xmlns:a16="http://schemas.microsoft.com/office/drawing/2014/main" id="{D62D6F23-19F5-BCF9-CC62-3D04BE4F4886}"/>
                </a:ext>
              </a:extLst>
            </p:cNvPr>
            <p:cNvSpPr/>
            <p:nvPr/>
          </p:nvSpPr>
          <p:spPr>
            <a:xfrm>
              <a:off x="2323524" y="1886025"/>
              <a:ext cx="35422" cy="147912"/>
            </a:xfrm>
            <a:custGeom>
              <a:avLst/>
              <a:gdLst/>
              <a:ahLst/>
              <a:cxnLst/>
              <a:rect l="l" t="t" r="r" b="b"/>
              <a:pathLst>
                <a:path w="1789" h="7513" extrusionOk="0">
                  <a:moveTo>
                    <a:pt x="391" y="0"/>
                  </a:moveTo>
                  <a:cubicBezTo>
                    <a:pt x="301" y="0"/>
                    <a:pt x="212" y="33"/>
                    <a:pt x="130" y="98"/>
                  </a:cubicBezTo>
                  <a:cubicBezTo>
                    <a:pt x="0" y="261"/>
                    <a:pt x="0" y="456"/>
                    <a:pt x="130" y="618"/>
                  </a:cubicBezTo>
                  <a:lnTo>
                    <a:pt x="878" y="1334"/>
                  </a:lnTo>
                  <a:cubicBezTo>
                    <a:pt x="1008" y="1496"/>
                    <a:pt x="1106" y="1691"/>
                    <a:pt x="1106" y="1919"/>
                  </a:cubicBezTo>
                  <a:lnTo>
                    <a:pt x="1106" y="7155"/>
                  </a:lnTo>
                  <a:cubicBezTo>
                    <a:pt x="1106" y="7350"/>
                    <a:pt x="1269" y="7512"/>
                    <a:pt x="1464" y="7512"/>
                  </a:cubicBezTo>
                  <a:cubicBezTo>
                    <a:pt x="1659" y="7512"/>
                    <a:pt x="1789" y="7350"/>
                    <a:pt x="1789" y="7155"/>
                  </a:cubicBezTo>
                  <a:lnTo>
                    <a:pt x="1789" y="1919"/>
                  </a:lnTo>
                  <a:cubicBezTo>
                    <a:pt x="1789" y="1496"/>
                    <a:pt x="1659" y="1106"/>
                    <a:pt x="1366" y="846"/>
                  </a:cubicBezTo>
                  <a:lnTo>
                    <a:pt x="651" y="98"/>
                  </a:lnTo>
                  <a:cubicBezTo>
                    <a:pt x="569" y="33"/>
                    <a:pt x="480" y="0"/>
                    <a:pt x="3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5" name="Google Shape;3065;p45">
              <a:extLst>
                <a:ext uri="{FF2B5EF4-FFF2-40B4-BE49-F238E27FC236}">
                  <a16:creationId xmlns:a16="http://schemas.microsoft.com/office/drawing/2014/main" id="{5B48EA7B-27E0-C28F-829B-F110BF5B07DF}"/>
                </a:ext>
              </a:extLst>
            </p:cNvPr>
            <p:cNvSpPr/>
            <p:nvPr/>
          </p:nvSpPr>
          <p:spPr>
            <a:xfrm>
              <a:off x="2286182" y="1849524"/>
              <a:ext cx="50233" cy="47408"/>
            </a:xfrm>
            <a:custGeom>
              <a:avLst/>
              <a:gdLst/>
              <a:ahLst/>
              <a:cxnLst/>
              <a:rect l="l" t="t" r="r" b="b"/>
              <a:pathLst>
                <a:path w="2537" h="2408" extrusionOk="0">
                  <a:moveTo>
                    <a:pt x="748" y="1"/>
                  </a:moveTo>
                  <a:cubicBezTo>
                    <a:pt x="569" y="1"/>
                    <a:pt x="390" y="66"/>
                    <a:pt x="260" y="196"/>
                  </a:cubicBezTo>
                  <a:cubicBezTo>
                    <a:pt x="0" y="456"/>
                    <a:pt x="0" y="911"/>
                    <a:pt x="260" y="1172"/>
                  </a:cubicBezTo>
                  <a:lnTo>
                    <a:pt x="1301" y="2212"/>
                  </a:lnTo>
                  <a:cubicBezTo>
                    <a:pt x="1431" y="2342"/>
                    <a:pt x="1610" y="2407"/>
                    <a:pt x="1789" y="2407"/>
                  </a:cubicBezTo>
                  <a:cubicBezTo>
                    <a:pt x="1968" y="2407"/>
                    <a:pt x="2147" y="2342"/>
                    <a:pt x="2277" y="2212"/>
                  </a:cubicBezTo>
                  <a:cubicBezTo>
                    <a:pt x="2537" y="1952"/>
                    <a:pt x="2537" y="1497"/>
                    <a:pt x="2277" y="1237"/>
                  </a:cubicBezTo>
                  <a:lnTo>
                    <a:pt x="1236" y="196"/>
                  </a:lnTo>
                  <a:cubicBezTo>
                    <a:pt x="1106" y="66"/>
                    <a:pt x="927" y="1"/>
                    <a:pt x="7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6" name="Google Shape;3066;p45">
              <a:extLst>
                <a:ext uri="{FF2B5EF4-FFF2-40B4-BE49-F238E27FC236}">
                  <a16:creationId xmlns:a16="http://schemas.microsoft.com/office/drawing/2014/main" id="{72EB6058-DF7D-5A23-49EA-4E0524D5973C}"/>
                </a:ext>
              </a:extLst>
            </p:cNvPr>
            <p:cNvSpPr/>
            <p:nvPr/>
          </p:nvSpPr>
          <p:spPr>
            <a:xfrm>
              <a:off x="1989340" y="1886025"/>
              <a:ext cx="36076" cy="147912"/>
            </a:xfrm>
            <a:custGeom>
              <a:avLst/>
              <a:gdLst/>
              <a:ahLst/>
              <a:cxnLst/>
              <a:rect l="l" t="t" r="r" b="b"/>
              <a:pathLst>
                <a:path w="1822" h="7513" extrusionOk="0">
                  <a:moveTo>
                    <a:pt x="1415" y="0"/>
                  </a:moveTo>
                  <a:cubicBezTo>
                    <a:pt x="1326" y="0"/>
                    <a:pt x="1236" y="33"/>
                    <a:pt x="1171" y="98"/>
                  </a:cubicBezTo>
                  <a:lnTo>
                    <a:pt x="456" y="846"/>
                  </a:lnTo>
                  <a:cubicBezTo>
                    <a:pt x="163" y="1139"/>
                    <a:pt x="1" y="1496"/>
                    <a:pt x="1" y="1919"/>
                  </a:cubicBezTo>
                  <a:lnTo>
                    <a:pt x="1" y="7155"/>
                  </a:lnTo>
                  <a:cubicBezTo>
                    <a:pt x="1" y="7350"/>
                    <a:pt x="163" y="7512"/>
                    <a:pt x="358" y="7512"/>
                  </a:cubicBezTo>
                  <a:cubicBezTo>
                    <a:pt x="554" y="7512"/>
                    <a:pt x="716" y="7350"/>
                    <a:pt x="716" y="7155"/>
                  </a:cubicBezTo>
                  <a:lnTo>
                    <a:pt x="716" y="1919"/>
                  </a:lnTo>
                  <a:cubicBezTo>
                    <a:pt x="716" y="1691"/>
                    <a:pt x="781" y="1496"/>
                    <a:pt x="944" y="1334"/>
                  </a:cubicBezTo>
                  <a:lnTo>
                    <a:pt x="1659" y="618"/>
                  </a:lnTo>
                  <a:cubicBezTo>
                    <a:pt x="1822" y="456"/>
                    <a:pt x="1822" y="261"/>
                    <a:pt x="1659" y="98"/>
                  </a:cubicBezTo>
                  <a:cubicBezTo>
                    <a:pt x="1594" y="33"/>
                    <a:pt x="1505" y="0"/>
                    <a:pt x="14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7" name="Google Shape;3067;p45">
              <a:extLst>
                <a:ext uri="{FF2B5EF4-FFF2-40B4-BE49-F238E27FC236}">
                  <a16:creationId xmlns:a16="http://schemas.microsoft.com/office/drawing/2014/main" id="{18C0A697-9352-72FE-D7A8-6ED80B57DF94}"/>
                </a:ext>
              </a:extLst>
            </p:cNvPr>
            <p:cNvSpPr/>
            <p:nvPr/>
          </p:nvSpPr>
          <p:spPr>
            <a:xfrm>
              <a:off x="2011872" y="1849524"/>
              <a:ext cx="50886" cy="47408"/>
            </a:xfrm>
            <a:custGeom>
              <a:avLst/>
              <a:gdLst/>
              <a:ahLst/>
              <a:cxnLst/>
              <a:rect l="l" t="t" r="r" b="b"/>
              <a:pathLst>
                <a:path w="2570" h="2408" extrusionOk="0">
                  <a:moveTo>
                    <a:pt x="1806" y="1"/>
                  </a:moveTo>
                  <a:cubicBezTo>
                    <a:pt x="1627" y="1"/>
                    <a:pt x="1448" y="66"/>
                    <a:pt x="1302" y="196"/>
                  </a:cubicBezTo>
                  <a:lnTo>
                    <a:pt x="294" y="1237"/>
                  </a:lnTo>
                  <a:cubicBezTo>
                    <a:pt x="1" y="1497"/>
                    <a:pt x="1" y="1952"/>
                    <a:pt x="294" y="2212"/>
                  </a:cubicBezTo>
                  <a:cubicBezTo>
                    <a:pt x="424" y="2342"/>
                    <a:pt x="602" y="2407"/>
                    <a:pt x="781" y="2407"/>
                  </a:cubicBezTo>
                  <a:cubicBezTo>
                    <a:pt x="960" y="2407"/>
                    <a:pt x="1139" y="2342"/>
                    <a:pt x="1269" y="2212"/>
                  </a:cubicBezTo>
                  <a:lnTo>
                    <a:pt x="2310" y="1172"/>
                  </a:lnTo>
                  <a:cubicBezTo>
                    <a:pt x="2570" y="911"/>
                    <a:pt x="2570" y="456"/>
                    <a:pt x="2310" y="196"/>
                  </a:cubicBezTo>
                  <a:cubicBezTo>
                    <a:pt x="2163" y="66"/>
                    <a:pt x="1985" y="1"/>
                    <a:pt x="18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8" name="Google Shape;3068;p45">
              <a:extLst>
                <a:ext uri="{FF2B5EF4-FFF2-40B4-BE49-F238E27FC236}">
                  <a16:creationId xmlns:a16="http://schemas.microsoft.com/office/drawing/2014/main" id="{7B1F27BE-4399-E12A-012A-2AD17FFDB4EA}"/>
                </a:ext>
              </a:extLst>
            </p:cNvPr>
            <p:cNvSpPr/>
            <p:nvPr/>
          </p:nvSpPr>
          <p:spPr>
            <a:xfrm>
              <a:off x="2033771" y="1857222"/>
              <a:ext cx="281398" cy="156220"/>
            </a:xfrm>
            <a:custGeom>
              <a:avLst/>
              <a:gdLst/>
              <a:ahLst/>
              <a:cxnLst/>
              <a:rect l="l" t="t" r="r" b="b"/>
              <a:pathLst>
                <a:path w="14212" h="7935" extrusionOk="0">
                  <a:moveTo>
                    <a:pt x="5724" y="0"/>
                  </a:moveTo>
                  <a:lnTo>
                    <a:pt x="5724" y="520"/>
                  </a:lnTo>
                  <a:cubicBezTo>
                    <a:pt x="5724" y="943"/>
                    <a:pt x="5431" y="1333"/>
                    <a:pt x="5009" y="1463"/>
                  </a:cubicBezTo>
                  <a:lnTo>
                    <a:pt x="2862" y="2081"/>
                  </a:lnTo>
                  <a:cubicBezTo>
                    <a:pt x="1204" y="2407"/>
                    <a:pt x="1" y="3837"/>
                    <a:pt x="1" y="5528"/>
                  </a:cubicBezTo>
                  <a:lnTo>
                    <a:pt x="1" y="7935"/>
                  </a:lnTo>
                  <a:lnTo>
                    <a:pt x="4813" y="7935"/>
                  </a:lnTo>
                  <a:lnTo>
                    <a:pt x="7090" y="7219"/>
                  </a:lnTo>
                  <a:lnTo>
                    <a:pt x="9366" y="7935"/>
                  </a:lnTo>
                  <a:lnTo>
                    <a:pt x="14212" y="7935"/>
                  </a:lnTo>
                  <a:lnTo>
                    <a:pt x="14212" y="5528"/>
                  </a:lnTo>
                  <a:cubicBezTo>
                    <a:pt x="14212" y="3837"/>
                    <a:pt x="13008" y="2407"/>
                    <a:pt x="11350" y="2081"/>
                  </a:cubicBezTo>
                  <a:lnTo>
                    <a:pt x="9334" y="1496"/>
                  </a:lnTo>
                  <a:lnTo>
                    <a:pt x="9171" y="1496"/>
                  </a:lnTo>
                  <a:cubicBezTo>
                    <a:pt x="8748" y="1366"/>
                    <a:pt x="8456" y="1008"/>
                    <a:pt x="8456" y="585"/>
                  </a:cubicBezTo>
                  <a:lnTo>
                    <a:pt x="8391" y="33"/>
                  </a:lnTo>
                  <a:lnTo>
                    <a:pt x="572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9" name="Google Shape;3069;p45">
              <a:extLst>
                <a:ext uri="{FF2B5EF4-FFF2-40B4-BE49-F238E27FC236}">
                  <a16:creationId xmlns:a16="http://schemas.microsoft.com/office/drawing/2014/main" id="{2383CAC5-D508-85B7-DBD8-912CA887788D}"/>
                </a:ext>
              </a:extLst>
            </p:cNvPr>
            <p:cNvSpPr/>
            <p:nvPr/>
          </p:nvSpPr>
          <p:spPr>
            <a:xfrm>
              <a:off x="2174133" y="1857222"/>
              <a:ext cx="141035" cy="156220"/>
            </a:xfrm>
            <a:custGeom>
              <a:avLst/>
              <a:gdLst/>
              <a:ahLst/>
              <a:cxnLst/>
              <a:rect l="l" t="t" r="r" b="b"/>
              <a:pathLst>
                <a:path w="7123" h="7935" extrusionOk="0">
                  <a:moveTo>
                    <a:pt x="1" y="0"/>
                  </a:moveTo>
                  <a:lnTo>
                    <a:pt x="1" y="1203"/>
                  </a:lnTo>
                  <a:cubicBezTo>
                    <a:pt x="1" y="1659"/>
                    <a:pt x="293" y="2049"/>
                    <a:pt x="716" y="2179"/>
                  </a:cubicBezTo>
                  <a:lnTo>
                    <a:pt x="2863" y="2764"/>
                  </a:lnTo>
                  <a:cubicBezTo>
                    <a:pt x="4521" y="3089"/>
                    <a:pt x="5724" y="4553"/>
                    <a:pt x="5724" y="6244"/>
                  </a:cubicBezTo>
                  <a:lnTo>
                    <a:pt x="5724" y="7935"/>
                  </a:lnTo>
                  <a:lnTo>
                    <a:pt x="7123" y="7935"/>
                  </a:lnTo>
                  <a:lnTo>
                    <a:pt x="7123" y="5528"/>
                  </a:lnTo>
                  <a:cubicBezTo>
                    <a:pt x="7123" y="3837"/>
                    <a:pt x="5919" y="2407"/>
                    <a:pt x="4261" y="2081"/>
                  </a:cubicBezTo>
                  <a:lnTo>
                    <a:pt x="2245" y="1496"/>
                  </a:lnTo>
                  <a:lnTo>
                    <a:pt x="1985" y="1496"/>
                  </a:lnTo>
                  <a:cubicBezTo>
                    <a:pt x="1529" y="1366"/>
                    <a:pt x="1302" y="1008"/>
                    <a:pt x="1302" y="553"/>
                  </a:cubicBezTo>
                  <a:lnTo>
                    <a:pt x="1269" y="13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0" name="Google Shape;3070;p45">
              <a:extLst>
                <a:ext uri="{FF2B5EF4-FFF2-40B4-BE49-F238E27FC236}">
                  <a16:creationId xmlns:a16="http://schemas.microsoft.com/office/drawing/2014/main" id="{5F77D771-00FD-79A9-93A7-824A49138780}"/>
                </a:ext>
              </a:extLst>
            </p:cNvPr>
            <p:cNvSpPr/>
            <p:nvPr/>
          </p:nvSpPr>
          <p:spPr>
            <a:xfrm>
              <a:off x="2130356" y="1886655"/>
              <a:ext cx="88229" cy="126788"/>
            </a:xfrm>
            <a:custGeom>
              <a:avLst/>
              <a:gdLst/>
              <a:ahLst/>
              <a:cxnLst/>
              <a:rect l="l" t="t" r="r" b="b"/>
              <a:pathLst>
                <a:path w="4456" h="6440" extrusionOk="0">
                  <a:moveTo>
                    <a:pt x="0" y="1"/>
                  </a:moveTo>
                  <a:lnTo>
                    <a:pt x="553" y="6440"/>
                  </a:lnTo>
                  <a:lnTo>
                    <a:pt x="3903" y="6440"/>
                  </a:lnTo>
                  <a:lnTo>
                    <a:pt x="445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1" name="Google Shape;3071;p45">
              <a:extLst>
                <a:ext uri="{FF2B5EF4-FFF2-40B4-BE49-F238E27FC236}">
                  <a16:creationId xmlns:a16="http://schemas.microsoft.com/office/drawing/2014/main" id="{C9273D09-2233-B53F-EB04-6769F4CAF1AE}"/>
                </a:ext>
              </a:extLst>
            </p:cNvPr>
            <p:cNvSpPr/>
            <p:nvPr/>
          </p:nvSpPr>
          <p:spPr>
            <a:xfrm>
              <a:off x="2174787" y="1886655"/>
              <a:ext cx="43798" cy="20514"/>
            </a:xfrm>
            <a:custGeom>
              <a:avLst/>
              <a:gdLst/>
              <a:ahLst/>
              <a:cxnLst/>
              <a:rect l="l" t="t" r="r" b="b"/>
              <a:pathLst>
                <a:path w="2212" h="1042" extrusionOk="0">
                  <a:moveTo>
                    <a:pt x="0" y="1"/>
                  </a:moveTo>
                  <a:cubicBezTo>
                    <a:pt x="98" y="326"/>
                    <a:pt x="358" y="586"/>
                    <a:pt x="683" y="684"/>
                  </a:cubicBezTo>
                  <a:lnTo>
                    <a:pt x="2017" y="1042"/>
                  </a:lnTo>
                  <a:lnTo>
                    <a:pt x="2212" y="1"/>
                  </a:lnTo>
                  <a:close/>
                </a:path>
              </a:pathLst>
            </a:custGeom>
            <a:solidFill>
              <a:srgbClr val="F3F0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2" name="Google Shape;3072;p45">
              <a:extLst>
                <a:ext uri="{FF2B5EF4-FFF2-40B4-BE49-F238E27FC236}">
                  <a16:creationId xmlns:a16="http://schemas.microsoft.com/office/drawing/2014/main" id="{C63FB758-F0C4-66A9-E0C0-100C2CF86C58}"/>
                </a:ext>
              </a:extLst>
            </p:cNvPr>
            <p:cNvSpPr/>
            <p:nvPr/>
          </p:nvSpPr>
          <p:spPr>
            <a:xfrm>
              <a:off x="2130356" y="1857222"/>
              <a:ext cx="88229" cy="50597"/>
            </a:xfrm>
            <a:custGeom>
              <a:avLst/>
              <a:gdLst/>
              <a:ahLst/>
              <a:cxnLst/>
              <a:rect l="l" t="t" r="r" b="b"/>
              <a:pathLst>
                <a:path w="4456" h="2570" extrusionOk="0">
                  <a:moveTo>
                    <a:pt x="846" y="0"/>
                  </a:moveTo>
                  <a:lnTo>
                    <a:pt x="846" y="520"/>
                  </a:lnTo>
                  <a:cubicBezTo>
                    <a:pt x="846" y="976"/>
                    <a:pt x="553" y="1366"/>
                    <a:pt x="131" y="1463"/>
                  </a:cubicBezTo>
                  <a:lnTo>
                    <a:pt x="0" y="1496"/>
                  </a:lnTo>
                  <a:cubicBezTo>
                    <a:pt x="521" y="2146"/>
                    <a:pt x="1334" y="2569"/>
                    <a:pt x="2212" y="2569"/>
                  </a:cubicBezTo>
                  <a:cubicBezTo>
                    <a:pt x="3122" y="2569"/>
                    <a:pt x="3935" y="2146"/>
                    <a:pt x="4456" y="1496"/>
                  </a:cubicBezTo>
                  <a:lnTo>
                    <a:pt x="4228" y="1496"/>
                  </a:lnTo>
                  <a:cubicBezTo>
                    <a:pt x="3805" y="1366"/>
                    <a:pt x="3513" y="1008"/>
                    <a:pt x="3513" y="553"/>
                  </a:cubicBezTo>
                  <a:lnTo>
                    <a:pt x="3513" y="33"/>
                  </a:lnTo>
                  <a:lnTo>
                    <a:pt x="846" y="0"/>
                  </a:lnTo>
                  <a:close/>
                </a:path>
              </a:pathLst>
            </a:custGeom>
            <a:solidFill>
              <a:srgbClr val="C387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3" name="Google Shape;3073;p45">
              <a:extLst>
                <a:ext uri="{FF2B5EF4-FFF2-40B4-BE49-F238E27FC236}">
                  <a16:creationId xmlns:a16="http://schemas.microsoft.com/office/drawing/2014/main" id="{2DBC59A4-67B6-2197-F593-ADF29B7DC0CE}"/>
                </a:ext>
              </a:extLst>
            </p:cNvPr>
            <p:cNvSpPr/>
            <p:nvPr/>
          </p:nvSpPr>
          <p:spPr>
            <a:xfrm>
              <a:off x="2174133" y="1857222"/>
              <a:ext cx="44451" cy="45458"/>
            </a:xfrm>
            <a:custGeom>
              <a:avLst/>
              <a:gdLst/>
              <a:ahLst/>
              <a:cxnLst/>
              <a:rect l="l" t="t" r="r" b="b"/>
              <a:pathLst>
                <a:path w="2245" h="2309" extrusionOk="0">
                  <a:moveTo>
                    <a:pt x="1" y="0"/>
                  </a:moveTo>
                  <a:lnTo>
                    <a:pt x="1" y="1203"/>
                  </a:lnTo>
                  <a:cubicBezTo>
                    <a:pt x="1" y="1659"/>
                    <a:pt x="293" y="2049"/>
                    <a:pt x="716" y="2179"/>
                  </a:cubicBezTo>
                  <a:lnTo>
                    <a:pt x="1204" y="2309"/>
                  </a:lnTo>
                  <a:cubicBezTo>
                    <a:pt x="1627" y="2114"/>
                    <a:pt x="1952" y="1854"/>
                    <a:pt x="2245" y="1496"/>
                  </a:cubicBezTo>
                  <a:lnTo>
                    <a:pt x="2115" y="1463"/>
                  </a:lnTo>
                  <a:cubicBezTo>
                    <a:pt x="1985" y="1431"/>
                    <a:pt x="1854" y="1366"/>
                    <a:pt x="1757" y="1268"/>
                  </a:cubicBezTo>
                  <a:cubicBezTo>
                    <a:pt x="1529" y="1106"/>
                    <a:pt x="1399" y="813"/>
                    <a:pt x="1399" y="520"/>
                  </a:cubicBezTo>
                  <a:lnTo>
                    <a:pt x="1399" y="0"/>
                  </a:lnTo>
                  <a:close/>
                </a:path>
              </a:pathLst>
            </a:custGeom>
            <a:solidFill>
              <a:srgbClr val="B46E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4" name="Google Shape;3074;p45">
              <a:extLst>
                <a:ext uri="{FF2B5EF4-FFF2-40B4-BE49-F238E27FC236}">
                  <a16:creationId xmlns:a16="http://schemas.microsoft.com/office/drawing/2014/main" id="{72C2C782-8DA8-5AC1-8A2A-76DE2AF034AF}"/>
                </a:ext>
              </a:extLst>
            </p:cNvPr>
            <p:cNvSpPr/>
            <p:nvPr/>
          </p:nvSpPr>
          <p:spPr>
            <a:xfrm>
              <a:off x="2255907" y="1985900"/>
              <a:ext cx="14197" cy="33961"/>
            </a:xfrm>
            <a:custGeom>
              <a:avLst/>
              <a:gdLst/>
              <a:ahLst/>
              <a:cxnLst/>
              <a:rect l="l" t="t" r="r" b="b"/>
              <a:pathLst>
                <a:path w="717" h="1725" extrusionOk="0">
                  <a:moveTo>
                    <a:pt x="359" y="0"/>
                  </a:moveTo>
                  <a:cubicBezTo>
                    <a:pt x="163" y="0"/>
                    <a:pt x="1" y="163"/>
                    <a:pt x="1" y="326"/>
                  </a:cubicBezTo>
                  <a:lnTo>
                    <a:pt x="1" y="1399"/>
                  </a:lnTo>
                  <a:cubicBezTo>
                    <a:pt x="1" y="1594"/>
                    <a:pt x="163" y="1724"/>
                    <a:pt x="359" y="1724"/>
                  </a:cubicBezTo>
                  <a:cubicBezTo>
                    <a:pt x="554" y="1724"/>
                    <a:pt x="716" y="1594"/>
                    <a:pt x="716" y="1399"/>
                  </a:cubicBezTo>
                  <a:lnTo>
                    <a:pt x="716" y="326"/>
                  </a:lnTo>
                  <a:cubicBezTo>
                    <a:pt x="716" y="131"/>
                    <a:pt x="554" y="0"/>
                    <a:pt x="359" y="0"/>
                  </a:cubicBezTo>
                  <a:close/>
                </a:path>
              </a:pathLst>
            </a:custGeom>
            <a:solidFill>
              <a:srgbClr val="000000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5" name="Google Shape;3075;p45">
              <a:extLst>
                <a:ext uri="{FF2B5EF4-FFF2-40B4-BE49-F238E27FC236}">
                  <a16:creationId xmlns:a16="http://schemas.microsoft.com/office/drawing/2014/main" id="{D0FE8D4E-854A-DE0D-61A8-4BE0B585DEBE}"/>
                </a:ext>
              </a:extLst>
            </p:cNvPr>
            <p:cNvSpPr/>
            <p:nvPr/>
          </p:nvSpPr>
          <p:spPr>
            <a:xfrm>
              <a:off x="2078836" y="1985900"/>
              <a:ext cx="13543" cy="33961"/>
            </a:xfrm>
            <a:custGeom>
              <a:avLst/>
              <a:gdLst/>
              <a:ahLst/>
              <a:cxnLst/>
              <a:rect l="l" t="t" r="r" b="b"/>
              <a:pathLst>
                <a:path w="684" h="1725" extrusionOk="0">
                  <a:moveTo>
                    <a:pt x="359" y="0"/>
                  </a:moveTo>
                  <a:cubicBezTo>
                    <a:pt x="164" y="0"/>
                    <a:pt x="1" y="163"/>
                    <a:pt x="1" y="326"/>
                  </a:cubicBezTo>
                  <a:lnTo>
                    <a:pt x="1" y="1399"/>
                  </a:lnTo>
                  <a:cubicBezTo>
                    <a:pt x="1" y="1594"/>
                    <a:pt x="131" y="1724"/>
                    <a:pt x="359" y="1724"/>
                  </a:cubicBezTo>
                  <a:cubicBezTo>
                    <a:pt x="554" y="1724"/>
                    <a:pt x="684" y="1594"/>
                    <a:pt x="684" y="1399"/>
                  </a:cubicBezTo>
                  <a:lnTo>
                    <a:pt x="684" y="326"/>
                  </a:lnTo>
                  <a:cubicBezTo>
                    <a:pt x="684" y="131"/>
                    <a:pt x="554" y="0"/>
                    <a:pt x="359" y="0"/>
                  </a:cubicBezTo>
                  <a:close/>
                </a:path>
              </a:pathLst>
            </a:custGeom>
            <a:solidFill>
              <a:srgbClr val="000000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6" name="Google Shape;3076;p45">
              <a:extLst>
                <a:ext uri="{FF2B5EF4-FFF2-40B4-BE49-F238E27FC236}">
                  <a16:creationId xmlns:a16="http://schemas.microsoft.com/office/drawing/2014/main" id="{1ACC80E3-6573-4AE6-8DA2-8AFE9B0C6702}"/>
                </a:ext>
              </a:extLst>
            </p:cNvPr>
            <p:cNvSpPr/>
            <p:nvPr/>
          </p:nvSpPr>
          <p:spPr>
            <a:xfrm>
              <a:off x="2084004" y="1771424"/>
              <a:ext cx="41857" cy="42269"/>
            </a:xfrm>
            <a:custGeom>
              <a:avLst/>
              <a:gdLst/>
              <a:ahLst/>
              <a:cxnLst/>
              <a:rect l="l" t="t" r="r" b="b"/>
              <a:pathLst>
                <a:path w="2114" h="2147" extrusionOk="0">
                  <a:moveTo>
                    <a:pt x="1106" y="0"/>
                  </a:moveTo>
                  <a:cubicBezTo>
                    <a:pt x="488" y="0"/>
                    <a:pt x="0" y="488"/>
                    <a:pt x="0" y="1074"/>
                  </a:cubicBezTo>
                  <a:cubicBezTo>
                    <a:pt x="0" y="1659"/>
                    <a:pt x="488" y="2147"/>
                    <a:pt x="1106" y="2147"/>
                  </a:cubicBezTo>
                  <a:lnTo>
                    <a:pt x="2114" y="2147"/>
                  </a:lnTo>
                  <a:lnTo>
                    <a:pt x="2114" y="0"/>
                  </a:lnTo>
                  <a:close/>
                </a:path>
              </a:pathLst>
            </a:custGeom>
            <a:solidFill>
              <a:srgbClr val="B46E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3077;p45">
              <a:extLst>
                <a:ext uri="{FF2B5EF4-FFF2-40B4-BE49-F238E27FC236}">
                  <a16:creationId xmlns:a16="http://schemas.microsoft.com/office/drawing/2014/main" id="{01B41421-2A98-42F5-7397-E2B89359174A}"/>
                </a:ext>
              </a:extLst>
            </p:cNvPr>
            <p:cNvSpPr/>
            <p:nvPr/>
          </p:nvSpPr>
          <p:spPr>
            <a:xfrm>
              <a:off x="2223079" y="1771424"/>
              <a:ext cx="41224" cy="42269"/>
            </a:xfrm>
            <a:custGeom>
              <a:avLst/>
              <a:gdLst/>
              <a:ahLst/>
              <a:cxnLst/>
              <a:rect l="l" t="t" r="r" b="b"/>
              <a:pathLst>
                <a:path w="2082" h="2147" extrusionOk="0">
                  <a:moveTo>
                    <a:pt x="0" y="0"/>
                  </a:moveTo>
                  <a:lnTo>
                    <a:pt x="0" y="2147"/>
                  </a:lnTo>
                  <a:lnTo>
                    <a:pt x="1008" y="2147"/>
                  </a:lnTo>
                  <a:cubicBezTo>
                    <a:pt x="1594" y="2147"/>
                    <a:pt x="2082" y="1659"/>
                    <a:pt x="2082" y="1074"/>
                  </a:cubicBezTo>
                  <a:cubicBezTo>
                    <a:pt x="2082" y="488"/>
                    <a:pt x="1594" y="0"/>
                    <a:pt x="1008" y="0"/>
                  </a:cubicBezTo>
                  <a:close/>
                </a:path>
              </a:pathLst>
            </a:custGeom>
            <a:solidFill>
              <a:srgbClr val="C387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078;p45">
              <a:extLst>
                <a:ext uri="{FF2B5EF4-FFF2-40B4-BE49-F238E27FC236}">
                  <a16:creationId xmlns:a16="http://schemas.microsoft.com/office/drawing/2014/main" id="{5221D6D0-E5ED-A78A-F8BE-E5C4C2405F11}"/>
                </a:ext>
              </a:extLst>
            </p:cNvPr>
            <p:cNvSpPr/>
            <p:nvPr/>
          </p:nvSpPr>
          <p:spPr>
            <a:xfrm>
              <a:off x="2111684" y="1681157"/>
              <a:ext cx="124938" cy="108203"/>
            </a:xfrm>
            <a:custGeom>
              <a:avLst/>
              <a:gdLst/>
              <a:ahLst/>
              <a:cxnLst/>
              <a:rect l="l" t="t" r="r" b="b"/>
              <a:pathLst>
                <a:path w="6310" h="5496" extrusionOk="0">
                  <a:moveTo>
                    <a:pt x="1399" y="0"/>
                  </a:moveTo>
                  <a:cubicBezTo>
                    <a:pt x="651" y="0"/>
                    <a:pt x="0" y="618"/>
                    <a:pt x="0" y="1399"/>
                  </a:cubicBezTo>
                  <a:lnTo>
                    <a:pt x="0" y="5496"/>
                  </a:lnTo>
                  <a:lnTo>
                    <a:pt x="6309" y="5496"/>
                  </a:lnTo>
                  <a:lnTo>
                    <a:pt x="6309" y="1399"/>
                  </a:lnTo>
                  <a:cubicBezTo>
                    <a:pt x="6309" y="618"/>
                    <a:pt x="5691" y="0"/>
                    <a:pt x="49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3079;p45">
              <a:extLst>
                <a:ext uri="{FF2B5EF4-FFF2-40B4-BE49-F238E27FC236}">
                  <a16:creationId xmlns:a16="http://schemas.microsoft.com/office/drawing/2014/main" id="{8D9DF9CE-DFE4-F37A-5041-52D557D11AF5}"/>
                </a:ext>
              </a:extLst>
            </p:cNvPr>
            <p:cNvSpPr/>
            <p:nvPr/>
          </p:nvSpPr>
          <p:spPr>
            <a:xfrm>
              <a:off x="2181222" y="1681157"/>
              <a:ext cx="55400" cy="107572"/>
            </a:xfrm>
            <a:custGeom>
              <a:avLst/>
              <a:gdLst/>
              <a:ahLst/>
              <a:cxnLst/>
              <a:rect l="l" t="t" r="r" b="b"/>
              <a:pathLst>
                <a:path w="2798" h="5464" extrusionOk="0">
                  <a:moveTo>
                    <a:pt x="1" y="0"/>
                  </a:moveTo>
                  <a:cubicBezTo>
                    <a:pt x="781" y="0"/>
                    <a:pt x="1399" y="618"/>
                    <a:pt x="1399" y="1399"/>
                  </a:cubicBezTo>
                  <a:lnTo>
                    <a:pt x="1399" y="5463"/>
                  </a:lnTo>
                  <a:lnTo>
                    <a:pt x="2797" y="4585"/>
                  </a:lnTo>
                  <a:lnTo>
                    <a:pt x="2797" y="1399"/>
                  </a:lnTo>
                  <a:cubicBezTo>
                    <a:pt x="2797" y="651"/>
                    <a:pt x="2179" y="0"/>
                    <a:pt x="1399" y="0"/>
                  </a:cubicBezTo>
                  <a:close/>
                </a:path>
              </a:pathLst>
            </a:custGeom>
            <a:solidFill>
              <a:srgbClr val="000000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0" name="Google Shape;3080;p45">
              <a:extLst>
                <a:ext uri="{FF2B5EF4-FFF2-40B4-BE49-F238E27FC236}">
                  <a16:creationId xmlns:a16="http://schemas.microsoft.com/office/drawing/2014/main" id="{BF8444FB-E667-128C-A751-358F4AAC415E}"/>
                </a:ext>
              </a:extLst>
            </p:cNvPr>
            <p:cNvSpPr/>
            <p:nvPr/>
          </p:nvSpPr>
          <p:spPr>
            <a:xfrm>
              <a:off x="2111684" y="1750043"/>
              <a:ext cx="124938" cy="114916"/>
            </a:xfrm>
            <a:custGeom>
              <a:avLst/>
              <a:gdLst/>
              <a:ahLst/>
              <a:cxnLst/>
              <a:rect l="l" t="t" r="r" b="b"/>
              <a:pathLst>
                <a:path w="6310" h="5837" extrusionOk="0">
                  <a:moveTo>
                    <a:pt x="4311" y="0"/>
                  </a:moveTo>
                  <a:cubicBezTo>
                    <a:pt x="4267" y="0"/>
                    <a:pt x="4225" y="17"/>
                    <a:pt x="4195" y="46"/>
                  </a:cubicBezTo>
                  <a:cubicBezTo>
                    <a:pt x="3838" y="338"/>
                    <a:pt x="3252" y="761"/>
                    <a:pt x="2472" y="1021"/>
                  </a:cubicBezTo>
                  <a:cubicBezTo>
                    <a:pt x="1979" y="1166"/>
                    <a:pt x="1518" y="1214"/>
                    <a:pt x="1121" y="1214"/>
                  </a:cubicBezTo>
                  <a:cubicBezTo>
                    <a:pt x="628" y="1214"/>
                    <a:pt x="235" y="1140"/>
                    <a:pt x="0" y="1086"/>
                  </a:cubicBezTo>
                  <a:lnTo>
                    <a:pt x="0" y="2842"/>
                  </a:lnTo>
                  <a:cubicBezTo>
                    <a:pt x="0" y="4078"/>
                    <a:pt x="716" y="5151"/>
                    <a:pt x="1789" y="5672"/>
                  </a:cubicBezTo>
                  <a:cubicBezTo>
                    <a:pt x="2106" y="5818"/>
                    <a:pt x="2716" y="5836"/>
                    <a:pt x="3001" y="5836"/>
                  </a:cubicBezTo>
                  <a:cubicBezTo>
                    <a:pt x="3096" y="5836"/>
                    <a:pt x="3155" y="5834"/>
                    <a:pt x="3155" y="5834"/>
                  </a:cubicBezTo>
                  <a:cubicBezTo>
                    <a:pt x="3285" y="5834"/>
                    <a:pt x="3411" y="5836"/>
                    <a:pt x="3533" y="5836"/>
                  </a:cubicBezTo>
                  <a:cubicBezTo>
                    <a:pt x="3901" y="5836"/>
                    <a:pt x="4236" y="5818"/>
                    <a:pt x="4553" y="5672"/>
                  </a:cubicBezTo>
                  <a:cubicBezTo>
                    <a:pt x="5594" y="5151"/>
                    <a:pt x="6309" y="4078"/>
                    <a:pt x="6309" y="2842"/>
                  </a:cubicBezTo>
                  <a:lnTo>
                    <a:pt x="6309" y="1086"/>
                  </a:lnTo>
                  <a:cubicBezTo>
                    <a:pt x="6147" y="1086"/>
                    <a:pt x="5626" y="1086"/>
                    <a:pt x="5106" y="761"/>
                  </a:cubicBezTo>
                  <a:cubicBezTo>
                    <a:pt x="4781" y="534"/>
                    <a:pt x="4586" y="273"/>
                    <a:pt x="4456" y="78"/>
                  </a:cubicBezTo>
                  <a:cubicBezTo>
                    <a:pt x="4420" y="25"/>
                    <a:pt x="4364" y="0"/>
                    <a:pt x="4311" y="0"/>
                  </a:cubicBezTo>
                  <a:close/>
                </a:path>
              </a:pathLst>
            </a:custGeom>
            <a:solidFill>
              <a:srgbClr val="C387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1" name="Google Shape;3081;p45">
              <a:extLst>
                <a:ext uri="{FF2B5EF4-FFF2-40B4-BE49-F238E27FC236}">
                  <a16:creationId xmlns:a16="http://schemas.microsoft.com/office/drawing/2014/main" id="{FB554B8F-A556-4A69-7381-63D54FEB1BA2}"/>
                </a:ext>
              </a:extLst>
            </p:cNvPr>
            <p:cNvSpPr/>
            <p:nvPr/>
          </p:nvSpPr>
          <p:spPr>
            <a:xfrm>
              <a:off x="2147087" y="1761817"/>
              <a:ext cx="89536" cy="106293"/>
            </a:xfrm>
            <a:custGeom>
              <a:avLst/>
              <a:gdLst/>
              <a:ahLst/>
              <a:cxnLst/>
              <a:rect l="l" t="t" r="r" b="b"/>
              <a:pathLst>
                <a:path w="4522" h="5399" extrusionOk="0">
                  <a:moveTo>
                    <a:pt x="3123" y="1"/>
                  </a:moveTo>
                  <a:lnTo>
                    <a:pt x="3123" y="2244"/>
                  </a:lnTo>
                  <a:cubicBezTo>
                    <a:pt x="3123" y="2440"/>
                    <a:pt x="3155" y="3415"/>
                    <a:pt x="2440" y="4228"/>
                  </a:cubicBezTo>
                  <a:cubicBezTo>
                    <a:pt x="1754" y="4985"/>
                    <a:pt x="845" y="5088"/>
                    <a:pt x="350" y="5088"/>
                  </a:cubicBezTo>
                  <a:cubicBezTo>
                    <a:pt x="164" y="5088"/>
                    <a:pt x="36" y="5074"/>
                    <a:pt x="1" y="5074"/>
                  </a:cubicBezTo>
                  <a:cubicBezTo>
                    <a:pt x="261" y="5204"/>
                    <a:pt x="619" y="5334"/>
                    <a:pt x="1042" y="5366"/>
                  </a:cubicBezTo>
                  <a:cubicBezTo>
                    <a:pt x="1139" y="5366"/>
                    <a:pt x="1269" y="5399"/>
                    <a:pt x="1367" y="5399"/>
                  </a:cubicBezTo>
                  <a:cubicBezTo>
                    <a:pt x="3123" y="5399"/>
                    <a:pt x="4521" y="3968"/>
                    <a:pt x="4521" y="2244"/>
                  </a:cubicBezTo>
                  <a:lnTo>
                    <a:pt x="4521" y="488"/>
                  </a:lnTo>
                  <a:cubicBezTo>
                    <a:pt x="4359" y="488"/>
                    <a:pt x="3838" y="488"/>
                    <a:pt x="3318" y="163"/>
                  </a:cubicBezTo>
                  <a:cubicBezTo>
                    <a:pt x="3253" y="131"/>
                    <a:pt x="3188" y="66"/>
                    <a:pt x="3123" y="1"/>
                  </a:cubicBezTo>
                  <a:close/>
                </a:path>
              </a:pathLst>
            </a:custGeom>
            <a:solidFill>
              <a:srgbClr val="B46E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2" name="Google Shape;3082;p45">
              <a:extLst>
                <a:ext uri="{FF2B5EF4-FFF2-40B4-BE49-F238E27FC236}">
                  <a16:creationId xmlns:a16="http://schemas.microsoft.com/office/drawing/2014/main" id="{623CC003-FFBA-5A00-9D97-0736CF314F25}"/>
                </a:ext>
              </a:extLst>
            </p:cNvPr>
            <p:cNvSpPr/>
            <p:nvPr/>
          </p:nvSpPr>
          <p:spPr>
            <a:xfrm>
              <a:off x="2193458" y="1886655"/>
              <a:ext cx="57321" cy="126788"/>
            </a:xfrm>
            <a:custGeom>
              <a:avLst/>
              <a:gdLst/>
              <a:ahLst/>
              <a:cxnLst/>
              <a:rect l="l" t="t" r="r" b="b"/>
              <a:pathLst>
                <a:path w="2895" h="6440" extrusionOk="0">
                  <a:moveTo>
                    <a:pt x="1269" y="1"/>
                  </a:moveTo>
                  <a:lnTo>
                    <a:pt x="0" y="6440"/>
                  </a:lnTo>
                  <a:lnTo>
                    <a:pt x="1301" y="6440"/>
                  </a:lnTo>
                  <a:lnTo>
                    <a:pt x="2830" y="3123"/>
                  </a:lnTo>
                  <a:cubicBezTo>
                    <a:pt x="2895" y="2993"/>
                    <a:pt x="2862" y="2830"/>
                    <a:pt x="2765" y="2733"/>
                  </a:cubicBezTo>
                  <a:lnTo>
                    <a:pt x="2407" y="2440"/>
                  </a:lnTo>
                  <a:cubicBezTo>
                    <a:pt x="2309" y="2375"/>
                    <a:pt x="2277" y="2212"/>
                    <a:pt x="2309" y="2082"/>
                  </a:cubicBezTo>
                  <a:lnTo>
                    <a:pt x="2862" y="456"/>
                  </a:lnTo>
                  <a:lnTo>
                    <a:pt x="126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3083;p45">
              <a:extLst>
                <a:ext uri="{FF2B5EF4-FFF2-40B4-BE49-F238E27FC236}">
                  <a16:creationId xmlns:a16="http://schemas.microsoft.com/office/drawing/2014/main" id="{62643168-261E-4625-8B74-D571593808E0}"/>
                </a:ext>
              </a:extLst>
            </p:cNvPr>
            <p:cNvSpPr/>
            <p:nvPr/>
          </p:nvSpPr>
          <p:spPr>
            <a:xfrm>
              <a:off x="2097507" y="1886655"/>
              <a:ext cx="57341" cy="126788"/>
            </a:xfrm>
            <a:custGeom>
              <a:avLst/>
              <a:gdLst/>
              <a:ahLst/>
              <a:cxnLst/>
              <a:rect l="l" t="t" r="r" b="b"/>
              <a:pathLst>
                <a:path w="2896" h="6440" extrusionOk="0">
                  <a:moveTo>
                    <a:pt x="1659" y="1"/>
                  </a:moveTo>
                  <a:lnTo>
                    <a:pt x="66" y="456"/>
                  </a:lnTo>
                  <a:lnTo>
                    <a:pt x="586" y="2082"/>
                  </a:lnTo>
                  <a:cubicBezTo>
                    <a:pt x="651" y="2212"/>
                    <a:pt x="586" y="2375"/>
                    <a:pt x="489" y="2440"/>
                  </a:cubicBezTo>
                  <a:lnTo>
                    <a:pt x="164" y="2733"/>
                  </a:lnTo>
                  <a:cubicBezTo>
                    <a:pt x="34" y="2830"/>
                    <a:pt x="1" y="2993"/>
                    <a:pt x="66" y="3123"/>
                  </a:cubicBezTo>
                  <a:lnTo>
                    <a:pt x="1594" y="6440"/>
                  </a:lnTo>
                  <a:lnTo>
                    <a:pt x="2895" y="6440"/>
                  </a:lnTo>
                  <a:lnTo>
                    <a:pt x="165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3084;p45">
              <a:extLst>
                <a:ext uri="{FF2B5EF4-FFF2-40B4-BE49-F238E27FC236}">
                  <a16:creationId xmlns:a16="http://schemas.microsoft.com/office/drawing/2014/main" id="{8709967A-F579-0197-4A00-AB47FADD6530}"/>
                </a:ext>
              </a:extLst>
            </p:cNvPr>
            <p:cNvSpPr/>
            <p:nvPr/>
          </p:nvSpPr>
          <p:spPr>
            <a:xfrm>
              <a:off x="1999002" y="2039686"/>
              <a:ext cx="350302" cy="104363"/>
            </a:xfrm>
            <a:custGeom>
              <a:avLst/>
              <a:gdLst/>
              <a:ahLst/>
              <a:cxnLst/>
              <a:rect l="l" t="t" r="r" b="b"/>
              <a:pathLst>
                <a:path w="17692" h="5301" extrusionOk="0">
                  <a:moveTo>
                    <a:pt x="0" y="0"/>
                  </a:moveTo>
                  <a:lnTo>
                    <a:pt x="1431" y="5073"/>
                  </a:lnTo>
                  <a:cubicBezTo>
                    <a:pt x="1496" y="5203"/>
                    <a:pt x="1594" y="5301"/>
                    <a:pt x="1757" y="5301"/>
                  </a:cubicBezTo>
                  <a:lnTo>
                    <a:pt x="15968" y="5301"/>
                  </a:lnTo>
                  <a:cubicBezTo>
                    <a:pt x="16098" y="5301"/>
                    <a:pt x="16228" y="5203"/>
                    <a:pt x="16260" y="5073"/>
                  </a:cubicBezTo>
                  <a:lnTo>
                    <a:pt x="1769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3085;p45">
              <a:extLst>
                <a:ext uri="{FF2B5EF4-FFF2-40B4-BE49-F238E27FC236}">
                  <a16:creationId xmlns:a16="http://schemas.microsoft.com/office/drawing/2014/main" id="{8DD0B016-45FE-64F5-CDAE-F98D30D8FD65}"/>
                </a:ext>
              </a:extLst>
            </p:cNvPr>
            <p:cNvSpPr/>
            <p:nvPr/>
          </p:nvSpPr>
          <p:spPr>
            <a:xfrm>
              <a:off x="2287469" y="2039686"/>
              <a:ext cx="61835" cy="104363"/>
            </a:xfrm>
            <a:custGeom>
              <a:avLst/>
              <a:gdLst/>
              <a:ahLst/>
              <a:cxnLst/>
              <a:rect l="l" t="t" r="r" b="b"/>
              <a:pathLst>
                <a:path w="3123" h="5301" extrusionOk="0">
                  <a:moveTo>
                    <a:pt x="1724" y="0"/>
                  </a:moveTo>
                  <a:lnTo>
                    <a:pt x="293" y="5073"/>
                  </a:lnTo>
                  <a:cubicBezTo>
                    <a:pt x="260" y="5203"/>
                    <a:pt x="130" y="5301"/>
                    <a:pt x="0" y="5301"/>
                  </a:cubicBezTo>
                  <a:lnTo>
                    <a:pt x="1399" y="5301"/>
                  </a:lnTo>
                  <a:cubicBezTo>
                    <a:pt x="1529" y="5301"/>
                    <a:pt x="1659" y="5203"/>
                    <a:pt x="1691" y="5073"/>
                  </a:cubicBezTo>
                  <a:lnTo>
                    <a:pt x="3122" y="0"/>
                  </a:lnTo>
                  <a:close/>
                </a:path>
              </a:pathLst>
            </a:custGeom>
            <a:solidFill>
              <a:srgbClr val="000000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6" name="Google Shape;3086;p45">
              <a:extLst>
                <a:ext uri="{FF2B5EF4-FFF2-40B4-BE49-F238E27FC236}">
                  <a16:creationId xmlns:a16="http://schemas.microsoft.com/office/drawing/2014/main" id="{C00E1E6C-D009-3C06-4741-A63CC34B24D7}"/>
                </a:ext>
              </a:extLst>
            </p:cNvPr>
            <p:cNvSpPr/>
            <p:nvPr/>
          </p:nvSpPr>
          <p:spPr>
            <a:xfrm>
              <a:off x="1968748" y="2013423"/>
              <a:ext cx="411464" cy="53806"/>
            </a:xfrm>
            <a:custGeom>
              <a:avLst/>
              <a:gdLst/>
              <a:ahLst/>
              <a:cxnLst/>
              <a:rect l="l" t="t" r="r" b="b"/>
              <a:pathLst>
                <a:path w="20781" h="2733" extrusionOk="0">
                  <a:moveTo>
                    <a:pt x="683" y="1"/>
                  </a:moveTo>
                  <a:cubicBezTo>
                    <a:pt x="325" y="1"/>
                    <a:pt x="0" y="294"/>
                    <a:pt x="0" y="684"/>
                  </a:cubicBezTo>
                  <a:lnTo>
                    <a:pt x="0" y="2050"/>
                  </a:lnTo>
                  <a:cubicBezTo>
                    <a:pt x="0" y="2407"/>
                    <a:pt x="325" y="2732"/>
                    <a:pt x="683" y="2732"/>
                  </a:cubicBezTo>
                  <a:lnTo>
                    <a:pt x="20065" y="2732"/>
                  </a:lnTo>
                  <a:cubicBezTo>
                    <a:pt x="20455" y="2732"/>
                    <a:pt x="20780" y="2407"/>
                    <a:pt x="20780" y="2050"/>
                  </a:cubicBezTo>
                  <a:lnTo>
                    <a:pt x="20780" y="684"/>
                  </a:lnTo>
                  <a:cubicBezTo>
                    <a:pt x="20780" y="294"/>
                    <a:pt x="20455" y="1"/>
                    <a:pt x="200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7" name="Google Shape;3087;p45">
              <a:extLst>
                <a:ext uri="{FF2B5EF4-FFF2-40B4-BE49-F238E27FC236}">
                  <a16:creationId xmlns:a16="http://schemas.microsoft.com/office/drawing/2014/main" id="{926B415C-67E8-B0B4-9FD0-450A7E277252}"/>
                </a:ext>
              </a:extLst>
            </p:cNvPr>
            <p:cNvSpPr/>
            <p:nvPr/>
          </p:nvSpPr>
          <p:spPr>
            <a:xfrm>
              <a:off x="2338335" y="2013423"/>
              <a:ext cx="41877" cy="53806"/>
            </a:xfrm>
            <a:custGeom>
              <a:avLst/>
              <a:gdLst/>
              <a:ahLst/>
              <a:cxnLst/>
              <a:rect l="l" t="t" r="r" b="b"/>
              <a:pathLst>
                <a:path w="2115" h="2733" extrusionOk="0">
                  <a:moveTo>
                    <a:pt x="0" y="1"/>
                  </a:moveTo>
                  <a:cubicBezTo>
                    <a:pt x="391" y="1"/>
                    <a:pt x="716" y="294"/>
                    <a:pt x="716" y="684"/>
                  </a:cubicBezTo>
                  <a:lnTo>
                    <a:pt x="716" y="2017"/>
                  </a:lnTo>
                  <a:cubicBezTo>
                    <a:pt x="716" y="2407"/>
                    <a:pt x="391" y="2732"/>
                    <a:pt x="0" y="2732"/>
                  </a:cubicBezTo>
                  <a:lnTo>
                    <a:pt x="1399" y="2732"/>
                  </a:lnTo>
                  <a:cubicBezTo>
                    <a:pt x="1789" y="2732"/>
                    <a:pt x="2114" y="2407"/>
                    <a:pt x="2114" y="2017"/>
                  </a:cubicBezTo>
                  <a:lnTo>
                    <a:pt x="2114" y="684"/>
                  </a:lnTo>
                  <a:cubicBezTo>
                    <a:pt x="2114" y="294"/>
                    <a:pt x="1789" y="1"/>
                    <a:pt x="1399" y="1"/>
                  </a:cubicBezTo>
                  <a:close/>
                </a:path>
              </a:pathLst>
            </a:custGeom>
            <a:solidFill>
              <a:srgbClr val="000000">
                <a:alpha val="145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28" name="Google Shape;403;p20">
            <a:extLst>
              <a:ext uri="{FF2B5EF4-FFF2-40B4-BE49-F238E27FC236}">
                <a16:creationId xmlns:a16="http://schemas.microsoft.com/office/drawing/2014/main" id="{A50C06BE-C925-352E-EAF0-6D07A09FB098}"/>
              </a:ext>
            </a:extLst>
          </p:cNvPr>
          <p:cNvSpPr txBox="1"/>
          <p:nvPr/>
        </p:nvSpPr>
        <p:spPr>
          <a:xfrm>
            <a:off x="6778615" y="2946249"/>
            <a:ext cx="2537700" cy="2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827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KAKOH KOUT Vianel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Data Science - ENSPY</a:t>
            </a:r>
            <a:endParaRPr sz="1100" dirty="0">
              <a:solidFill>
                <a:schemeClr val="dk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pic>
        <p:nvPicPr>
          <p:cNvPr id="3229" name="Image 3228">
            <a:extLst>
              <a:ext uri="{FF2B5EF4-FFF2-40B4-BE49-F238E27FC236}">
                <a16:creationId xmlns:a16="http://schemas.microsoft.com/office/drawing/2014/main" id="{2C19700C-4893-A899-DE39-341D99191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21" y="4555375"/>
            <a:ext cx="652691" cy="544117"/>
          </a:xfrm>
          <a:prstGeom prst="rect">
            <a:avLst/>
          </a:prstGeom>
        </p:spPr>
      </p:pic>
      <p:pic>
        <p:nvPicPr>
          <p:cNvPr id="3230" name="Picture 2" descr="MP3 Cameroon - MP3 Cameroon added a new photo.">
            <a:extLst>
              <a:ext uri="{FF2B5EF4-FFF2-40B4-BE49-F238E27FC236}">
                <a16:creationId xmlns:a16="http://schemas.microsoft.com/office/drawing/2014/main" id="{125E5AA4-440F-EBEE-615C-8C48FFE5AC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5767" y="4486417"/>
            <a:ext cx="652691" cy="652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oting Process Infographics by Slidesgo">
  <a:themeElements>
    <a:clrScheme name="Simple Light">
      <a:dk1>
        <a:srgbClr val="000000"/>
      </a:dk1>
      <a:lt1>
        <a:srgbClr val="FFFFFF"/>
      </a:lt1>
      <a:dk2>
        <a:srgbClr val="ACC3F8"/>
      </a:dk2>
      <a:lt2>
        <a:srgbClr val="E9E9F3"/>
      </a:lt2>
      <a:accent1>
        <a:srgbClr val="465EEC"/>
      </a:accent1>
      <a:accent2>
        <a:srgbClr val="425370"/>
      </a:accent2>
      <a:accent3>
        <a:srgbClr val="7B8EFF"/>
      </a:accent3>
      <a:accent4>
        <a:srgbClr val="FF8995"/>
      </a:accent4>
      <a:accent5>
        <a:srgbClr val="5D749B"/>
      </a:accent5>
      <a:accent6>
        <a:srgbClr val="7A87D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167</Words>
  <Application>Microsoft Office PowerPoint</Application>
  <PresentationFormat>Affichage à l'écran (16:9)</PresentationFormat>
  <Paragraphs>39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12" baseType="lpstr">
      <vt:lpstr>Poppins</vt:lpstr>
      <vt:lpstr>Fira Sans Extra Condensed SemiBold</vt:lpstr>
      <vt:lpstr>Roboto</vt:lpstr>
      <vt:lpstr>Fira Sans Extra Condensed Medium</vt:lpstr>
      <vt:lpstr>Arial</vt:lpstr>
      <vt:lpstr>Verdana</vt:lpstr>
      <vt:lpstr>Inter</vt:lpstr>
      <vt:lpstr>Voting Process Infographics by Slidesgo</vt:lpstr>
      <vt:lpstr>Votons Proche</vt:lpstr>
      <vt:lpstr>Présentation PowerPoint</vt:lpstr>
      <vt:lpstr>JEU DE DONNEES</vt:lpstr>
      <vt:lpstr>MERCI DE VOTRE ATTENTION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Merveille NOUPOUE</dc:creator>
  <cp:lastModifiedBy>Merveille NOUPOUE</cp:lastModifiedBy>
  <cp:revision>3</cp:revision>
  <dcterms:modified xsi:type="dcterms:W3CDTF">2026-04-18T15:50:32Z</dcterms:modified>
</cp:coreProperties>
</file>